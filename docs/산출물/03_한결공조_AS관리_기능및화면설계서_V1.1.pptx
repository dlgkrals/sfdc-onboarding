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7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3"/>
  </p:notesMasterIdLst>
  <p:sldIdLst>
    <p:sldId id="2279" r:id="rId2"/>
    <p:sldId id="2285" r:id="rId900"/>
    <p:sldId id="2286" r:id="rId901"/>
    <p:sldId id="2287" r:id="rId902"/>
    <p:sldId id="2288" r:id="rId903"/>
    <p:sldId id="2289" r:id="rId904"/>
    <p:sldId id="2290" r:id="rId905"/>
    <p:sldId id="2291" r:id="rId906"/>
    <p:sldId id="2292" r:id="rId907"/>
    <p:sldId id="2293" r:id="rId908"/>
    <p:sldId id="2294" r:id="rId909"/>
    <p:sldId id="2295" r:id="rId910"/>
    <p:sldId id="2296" r:id="rId911"/>
    <p:sldId id="2297" r:id="rId912"/>
    <p:sldId id="2298" r:id="rId913"/>
    <p:sldId id="2299" r:id="rId914"/>
    <p:sldId id="2300" r:id="rId915"/>
    <p:sldId id="2301" r:id="rId916"/>
    <p:sldId id="2302" r:id="rId917"/>
    <p:sldId id="2303" r:id="rId918"/>
    <p:sldId id="2304" r:id="rId919"/>
    <p:sldId id="2305" r:id="rId920"/>
    <p:sldId id="2306" r:id="rId921"/>
    <p:sldId id="2307" r:id="rId922"/>
    <p:sldId id="2308" r:id="rId923"/>
    <p:sldId id="2309" r:id="rId924"/>
    <p:sldId id="2310" r:id="rId925"/>
    <p:sldId id="2311" r:id="rId926"/>
    <p:sldId id="2312" r:id="rId927"/>
    <p:sldId id="2313" r:id="rId928"/>
    <p:sldId id="2314" r:id="rId929"/>
    <p:sldId id="2284" r:id="rId72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FD7E48-A329-409B-8D11-6C88B740F2E2}" v="3" dt="2026-06-12T06:02:07.1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68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74" Type="http://schemas.openxmlformats.org/officeDocument/2006/relationships/presProps" Target="presProps.xml"/><Relationship Id="rId79" Type="http://schemas.microsoft.com/office/2015/10/relationships/revisionInfo" Target="revisionInfo.xml"/><Relationship Id="rId82" Type="http://schemas.openxmlformats.org/officeDocument/2006/relationships/customXml" Target="../customXml/item3.xml"/><Relationship Id="rId77" Type="http://schemas.openxmlformats.org/officeDocument/2006/relationships/tableStyles" Target="tableStyles.xml"/><Relationship Id="rId72" Type="http://schemas.openxmlformats.org/officeDocument/2006/relationships/slide" Target="slides/slide71.xml"/><Relationship Id="rId80" Type="http://schemas.openxmlformats.org/officeDocument/2006/relationships/customXml" Target="../customXml/item1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73" Type="http://schemas.openxmlformats.org/officeDocument/2006/relationships/notesMaster" Target="notesMasters/notesMaster1.xml"/><Relationship Id="rId78" Type="http://schemas.microsoft.com/office/2016/11/relationships/changesInfo" Target="changesInfos/changesInfo1.xml"/><Relationship Id="rId81" Type="http://schemas.openxmlformats.org/officeDocument/2006/relationships/customXml" Target="../customXml/item2.xml"/><Relationship Id="rId76" Type="http://schemas.openxmlformats.org/officeDocument/2006/relationships/theme" Target="theme/theme1.xml"/><Relationship Id="rId2" Type="http://schemas.openxmlformats.org/officeDocument/2006/relationships/slide" Target="slides/slide1.xml"/><Relationship Id="rId900" Type="http://schemas.openxmlformats.org/officeDocument/2006/relationships/slide" Target="slides/slide200.xml"/><Relationship Id="rId901" Type="http://schemas.openxmlformats.org/officeDocument/2006/relationships/slide" Target="slides/slide201.xml"/><Relationship Id="rId902" Type="http://schemas.openxmlformats.org/officeDocument/2006/relationships/slide" Target="slides/slide202.xml"/><Relationship Id="rId903" Type="http://schemas.openxmlformats.org/officeDocument/2006/relationships/slide" Target="slides/slide203.xml"/><Relationship Id="rId904" Type="http://schemas.openxmlformats.org/officeDocument/2006/relationships/slide" Target="slides/slide204.xml"/><Relationship Id="rId905" Type="http://schemas.openxmlformats.org/officeDocument/2006/relationships/slide" Target="slides/slide205.xml"/><Relationship Id="rId906" Type="http://schemas.openxmlformats.org/officeDocument/2006/relationships/slide" Target="slides/slide206.xml"/><Relationship Id="rId907" Type="http://schemas.openxmlformats.org/officeDocument/2006/relationships/slide" Target="slides/slide207.xml"/><Relationship Id="rId908" Type="http://schemas.openxmlformats.org/officeDocument/2006/relationships/slide" Target="slides/slide208.xml"/><Relationship Id="rId909" Type="http://schemas.openxmlformats.org/officeDocument/2006/relationships/slide" Target="slides/slide209.xml"/><Relationship Id="rId910" Type="http://schemas.openxmlformats.org/officeDocument/2006/relationships/slide" Target="slides/slide210.xml"/><Relationship Id="rId911" Type="http://schemas.openxmlformats.org/officeDocument/2006/relationships/slide" Target="slides/slide211.xml"/><Relationship Id="rId912" Type="http://schemas.openxmlformats.org/officeDocument/2006/relationships/slide" Target="slides/slide212.xml"/><Relationship Id="rId913" Type="http://schemas.openxmlformats.org/officeDocument/2006/relationships/slide" Target="slides/slide213.xml"/><Relationship Id="rId914" Type="http://schemas.openxmlformats.org/officeDocument/2006/relationships/slide" Target="slides/slide214.xml"/><Relationship Id="rId915" Type="http://schemas.openxmlformats.org/officeDocument/2006/relationships/slide" Target="slides/slide215.xml"/><Relationship Id="rId916" Type="http://schemas.openxmlformats.org/officeDocument/2006/relationships/slide" Target="slides/slide216.xml"/><Relationship Id="rId917" Type="http://schemas.openxmlformats.org/officeDocument/2006/relationships/slide" Target="slides/slide217.xml"/><Relationship Id="rId918" Type="http://schemas.openxmlformats.org/officeDocument/2006/relationships/slide" Target="slides/slide218.xml"/><Relationship Id="rId919" Type="http://schemas.openxmlformats.org/officeDocument/2006/relationships/slide" Target="slides/slide219.xml"/><Relationship Id="rId920" Type="http://schemas.openxmlformats.org/officeDocument/2006/relationships/slide" Target="slides/slide220.xml"/><Relationship Id="rId921" Type="http://schemas.openxmlformats.org/officeDocument/2006/relationships/slide" Target="slides/slide221.xml"/><Relationship Id="rId922" Type="http://schemas.openxmlformats.org/officeDocument/2006/relationships/slide" Target="slides/slide222.xml"/><Relationship Id="rId923" Type="http://schemas.openxmlformats.org/officeDocument/2006/relationships/slide" Target="slides/slide223.xml"/><Relationship Id="rId924" Type="http://schemas.openxmlformats.org/officeDocument/2006/relationships/slide" Target="slides/slide224.xml"/><Relationship Id="rId925" Type="http://schemas.openxmlformats.org/officeDocument/2006/relationships/slide" Target="slides/slide225.xml"/><Relationship Id="rId926" Type="http://schemas.openxmlformats.org/officeDocument/2006/relationships/slide" Target="slides/slide226.xml"/><Relationship Id="rId927" Type="http://schemas.openxmlformats.org/officeDocument/2006/relationships/slide" Target="slides/slide227.xml"/><Relationship Id="rId928" Type="http://schemas.openxmlformats.org/officeDocument/2006/relationships/slide" Target="slides/slide228.xml"/><Relationship Id="rId929" Type="http://schemas.openxmlformats.org/officeDocument/2006/relationships/slide" Target="slides/slide22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정재호(Jerry)" userId="ccf4d345-b468-478d-9c45-374865928217" providerId="ADAL" clId="{94800E7C-0D58-47F7-879D-47B9F6B6913D}"/>
    <pc:docChg chg="undo custSel addSld delSld modSld">
      <pc:chgData name="정재호(Jerry)" userId="ccf4d345-b468-478d-9c45-374865928217" providerId="ADAL" clId="{94800E7C-0D58-47F7-879D-47B9F6B6913D}" dt="2026-06-12T06:02:07.202" v="411"/>
      <pc:docMkLst>
        <pc:docMk/>
      </pc:docMkLst>
      <pc:sldChg chg="addSp delSp modSp mod">
        <pc:chgData name="정재호(Jerry)" userId="ccf4d345-b468-478d-9c45-374865928217" providerId="ADAL" clId="{94800E7C-0D58-47F7-879D-47B9F6B6913D}" dt="2026-06-12T06:02:07.177" v="285"/>
        <pc:sldMkLst>
          <pc:docMk/>
          <pc:sldMk cId="0" sldId="263"/>
        </pc:sldMkLst>
        <pc:spChg chg="del">
          <ac:chgData name="정재호(Jerry)" userId="ccf4d345-b468-478d-9c45-374865928217" providerId="ADAL" clId="{94800E7C-0D58-47F7-879D-47B9F6B6913D}" dt="2026-06-12T05:51:05.013" v="18" actId="478"/>
          <ac:spMkLst>
            <pc:docMk/>
            <pc:sldMk cId="0" sldId="263"/>
            <ac:spMk id="13" creationId="{00000000-0000-0000-0000-000000000000}"/>
          </ac:spMkLst>
        </pc:spChg>
        <pc:spChg chg="del">
          <ac:chgData name="정재호(Jerry)" userId="ccf4d345-b468-478d-9c45-374865928217" providerId="ADAL" clId="{94800E7C-0D58-47F7-879D-47B9F6B6913D}" dt="2026-06-12T05:50:14.960" v="4" actId="478"/>
          <ac:spMkLst>
            <pc:docMk/>
            <pc:sldMk cId="0" sldId="263"/>
            <ac:spMk id="14" creationId="{00000000-0000-0000-0000-000000000000}"/>
          </ac:spMkLst>
        </pc:spChg>
        <pc:spChg chg="del">
          <ac:chgData name="정재호(Jerry)" userId="ccf4d345-b468-478d-9c45-374865928217" providerId="ADAL" clId="{94800E7C-0D58-47F7-879D-47B9F6B6913D}" dt="2026-06-12T05:50:14.960" v="4" actId="478"/>
          <ac:spMkLst>
            <pc:docMk/>
            <pc:sldMk cId="0" sldId="263"/>
            <ac:spMk id="15" creationId="{00000000-0000-0000-0000-000000000000}"/>
          </ac:spMkLst>
        </pc:spChg>
        <pc:spChg chg="del">
          <ac:chgData name="정재호(Jerry)" userId="ccf4d345-b468-478d-9c45-374865928217" providerId="ADAL" clId="{94800E7C-0D58-47F7-879D-47B9F6B6913D}" dt="2026-06-12T05:50:14.960" v="4" actId="478"/>
          <ac:spMkLst>
            <pc:docMk/>
            <pc:sldMk cId="0" sldId="263"/>
            <ac:spMk id="16" creationId="{00000000-0000-0000-0000-000000000000}"/>
          </ac:spMkLst>
        </pc:spChg>
        <pc:spChg chg="del">
          <ac:chgData name="정재호(Jerry)" userId="ccf4d345-b468-478d-9c45-374865928217" providerId="ADAL" clId="{94800E7C-0D58-47F7-879D-47B9F6B6913D}" dt="2026-06-12T05:50:14.960" v="4" actId="478"/>
          <ac:spMkLst>
            <pc:docMk/>
            <pc:sldMk cId="0" sldId="263"/>
            <ac:spMk id="17" creationId="{00000000-0000-0000-0000-000000000000}"/>
          </ac:spMkLst>
        </pc:spChg>
        <pc:spChg chg="del">
          <ac:chgData name="정재호(Jerry)" userId="ccf4d345-b468-478d-9c45-374865928217" providerId="ADAL" clId="{94800E7C-0D58-47F7-879D-47B9F6B6913D}" dt="2026-06-12T05:50:14.960" v="4" actId="478"/>
          <ac:spMkLst>
            <pc:docMk/>
            <pc:sldMk cId="0" sldId="263"/>
            <ac:spMk id="18" creationId="{00000000-0000-0000-0000-000000000000}"/>
          </ac:spMkLst>
        </pc:spChg>
        <pc:spChg chg="del">
          <ac:chgData name="정재호(Jerry)" userId="ccf4d345-b468-478d-9c45-374865928217" providerId="ADAL" clId="{94800E7C-0D58-47F7-879D-47B9F6B6913D}" dt="2026-06-12T05:50:14.960" v="4" actId="478"/>
          <ac:spMkLst>
            <pc:docMk/>
            <pc:sldMk cId="0" sldId="263"/>
            <ac:spMk id="19" creationId="{00000000-0000-0000-0000-000000000000}"/>
          </ac:spMkLst>
        </pc:spChg>
        <pc:spChg chg="del">
          <ac:chgData name="정재호(Jerry)" userId="ccf4d345-b468-478d-9c45-374865928217" providerId="ADAL" clId="{94800E7C-0D58-47F7-879D-47B9F6B6913D}" dt="2026-06-12T05:50:14.960" v="4" actId="478"/>
          <ac:spMkLst>
            <pc:docMk/>
            <pc:sldMk cId="0" sldId="263"/>
            <ac:spMk id="20" creationId="{00000000-0000-0000-0000-000000000000}"/>
          </ac:spMkLst>
        </pc:spChg>
        <pc:spChg chg="del">
          <ac:chgData name="정재호(Jerry)" userId="ccf4d345-b468-478d-9c45-374865928217" providerId="ADAL" clId="{94800E7C-0D58-47F7-879D-47B9F6B6913D}" dt="2026-06-12T05:50:14.960" v="4" actId="478"/>
          <ac:spMkLst>
            <pc:docMk/>
            <pc:sldMk cId="0" sldId="263"/>
            <ac:spMk id="21" creationId="{00000000-0000-0000-0000-000000000000}"/>
          </ac:spMkLst>
        </pc:spChg>
        <pc:spChg chg="del">
          <ac:chgData name="정재호(Jerry)" userId="ccf4d345-b468-478d-9c45-374865928217" providerId="ADAL" clId="{94800E7C-0D58-47F7-879D-47B9F6B6913D}" dt="2026-06-12T05:50:14.960" v="4" actId="478"/>
          <ac:spMkLst>
            <pc:docMk/>
            <pc:sldMk cId="0" sldId="263"/>
            <ac:spMk id="22" creationId="{00000000-0000-0000-0000-000000000000}"/>
          </ac:spMkLst>
        </pc:spChg>
        <pc:spChg chg="del">
          <ac:chgData name="정재호(Jerry)" userId="ccf4d345-b468-478d-9c45-374865928217" providerId="ADAL" clId="{94800E7C-0D58-47F7-879D-47B9F6B6913D}" dt="2026-06-12T05:50:14.960" v="4" actId="478"/>
          <ac:spMkLst>
            <pc:docMk/>
            <pc:sldMk cId="0" sldId="263"/>
            <ac:spMk id="23" creationId="{00000000-0000-0000-0000-000000000000}"/>
          </ac:spMkLst>
        </pc:spChg>
        <pc:spChg chg="del mod">
          <ac:chgData name="정재호(Jerry)" userId="ccf4d345-b468-478d-9c45-374865928217" providerId="ADAL" clId="{94800E7C-0D58-47F7-879D-47B9F6B6913D}" dt="2026-06-12T06:02:07.177" v="285"/>
          <ac:spMkLst>
            <pc:docMk/>
            <pc:sldMk cId="0" sldId="263"/>
            <ac:spMk id="24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63"/>
            <ac:spMk id="54" creationId="{00000000-0000-0000-0000-000000000000}"/>
          </ac:spMkLst>
        </pc:spChg>
        <pc:picChg chg="add mod">
          <ac:chgData name="정재호(Jerry)" userId="ccf4d345-b468-478d-9c45-374865928217" providerId="ADAL" clId="{94800E7C-0D58-47F7-879D-47B9F6B6913D}" dt="2026-06-12T05:51:12.539" v="21" actId="1076"/>
          <ac:picMkLst>
            <pc:docMk/>
            <pc:sldMk cId="0" sldId="263"/>
            <ac:picMk id="57" creationId="{AE96927B-0085-F3F4-399F-DB710309F79B}"/>
          </ac:picMkLst>
        </pc:picChg>
      </pc:sldChg>
      <pc:sldChg chg="delSp modSp mod">
        <pc:chgData name="정재호(Jerry)" userId="ccf4d345-b468-478d-9c45-374865928217" providerId="ADAL" clId="{94800E7C-0D58-47F7-879D-47B9F6B6913D}" dt="2026-06-12T06:02:07.178" v="287"/>
        <pc:sldMkLst>
          <pc:docMk/>
          <pc:sldMk cId="0" sldId="264"/>
        </pc:sldMkLst>
        <pc:spChg chg="mod">
          <ac:chgData name="정재호(Jerry)" userId="ccf4d345-b468-478d-9c45-374865928217" providerId="ADAL" clId="{94800E7C-0D58-47F7-879D-47B9F6B6913D}" dt="2026-06-12T05:50:30.582" v="10" actId="20577"/>
          <ac:spMkLst>
            <pc:docMk/>
            <pc:sldMk cId="0" sldId="264"/>
            <ac:spMk id="7" creationId="{00000000-0000-0000-0000-000000000000}"/>
          </ac:spMkLst>
        </pc:spChg>
        <pc:spChg chg="del mod">
          <ac:chgData name="정재호(Jerry)" userId="ccf4d345-b468-478d-9c45-374865928217" providerId="ADAL" clId="{94800E7C-0D58-47F7-879D-47B9F6B6913D}" dt="2026-06-12T06:02:07.178" v="287"/>
          <ac:spMkLst>
            <pc:docMk/>
            <pc:sldMk cId="0" sldId="264"/>
            <ac:spMk id="24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64"/>
            <ac:spMk id="54" creationId="{00000000-0000-0000-0000-000000000000}"/>
          </ac:spMkLst>
        </pc:spChg>
      </pc:sldChg>
      <pc:sldChg chg="addSp delSp modSp mod">
        <pc:chgData name="정재호(Jerry)" userId="ccf4d345-b468-478d-9c45-374865928217" providerId="ADAL" clId="{94800E7C-0D58-47F7-879D-47B9F6B6913D}" dt="2026-06-12T06:02:07.178" v="289"/>
        <pc:sldMkLst>
          <pc:docMk/>
          <pc:sldMk cId="0" sldId="265"/>
        </pc:sldMkLst>
        <pc:spChg chg="del">
          <ac:chgData name="정재호(Jerry)" userId="ccf4d345-b468-478d-9c45-374865928217" providerId="ADAL" clId="{94800E7C-0D58-47F7-879D-47B9F6B6913D}" dt="2026-06-12T05:50:55.581" v="15" actId="478"/>
          <ac:spMkLst>
            <pc:docMk/>
            <pc:sldMk cId="0" sldId="265"/>
            <ac:spMk id="13" creationId="{00000000-0000-0000-0000-000000000000}"/>
          </ac:spMkLst>
        </pc:spChg>
        <pc:spChg chg="del">
          <ac:chgData name="정재호(Jerry)" userId="ccf4d345-b468-478d-9c45-374865928217" providerId="ADAL" clId="{94800E7C-0D58-47F7-879D-47B9F6B6913D}" dt="2026-06-12T05:50:46.637" v="11" actId="478"/>
          <ac:spMkLst>
            <pc:docMk/>
            <pc:sldMk cId="0" sldId="265"/>
            <ac:spMk id="14" creationId="{00000000-0000-0000-0000-000000000000}"/>
          </ac:spMkLst>
        </pc:spChg>
        <pc:spChg chg="del">
          <ac:chgData name="정재호(Jerry)" userId="ccf4d345-b468-478d-9c45-374865928217" providerId="ADAL" clId="{94800E7C-0D58-47F7-879D-47B9F6B6913D}" dt="2026-06-12T05:50:46.637" v="11" actId="478"/>
          <ac:spMkLst>
            <pc:docMk/>
            <pc:sldMk cId="0" sldId="265"/>
            <ac:spMk id="15" creationId="{00000000-0000-0000-0000-000000000000}"/>
          </ac:spMkLst>
        </pc:spChg>
        <pc:spChg chg="del">
          <ac:chgData name="정재호(Jerry)" userId="ccf4d345-b468-478d-9c45-374865928217" providerId="ADAL" clId="{94800E7C-0D58-47F7-879D-47B9F6B6913D}" dt="2026-06-12T05:50:46.637" v="11" actId="478"/>
          <ac:spMkLst>
            <pc:docMk/>
            <pc:sldMk cId="0" sldId="265"/>
            <ac:spMk id="16" creationId="{00000000-0000-0000-0000-000000000000}"/>
          </ac:spMkLst>
        </pc:spChg>
        <pc:spChg chg="del">
          <ac:chgData name="정재호(Jerry)" userId="ccf4d345-b468-478d-9c45-374865928217" providerId="ADAL" clId="{94800E7C-0D58-47F7-879D-47B9F6B6913D}" dt="2026-06-12T05:50:46.637" v="11" actId="478"/>
          <ac:spMkLst>
            <pc:docMk/>
            <pc:sldMk cId="0" sldId="265"/>
            <ac:spMk id="17" creationId="{00000000-0000-0000-0000-000000000000}"/>
          </ac:spMkLst>
        </pc:spChg>
        <pc:spChg chg="del">
          <ac:chgData name="정재호(Jerry)" userId="ccf4d345-b468-478d-9c45-374865928217" providerId="ADAL" clId="{94800E7C-0D58-47F7-879D-47B9F6B6913D}" dt="2026-06-12T05:50:46.637" v="11" actId="478"/>
          <ac:spMkLst>
            <pc:docMk/>
            <pc:sldMk cId="0" sldId="265"/>
            <ac:spMk id="18" creationId="{00000000-0000-0000-0000-000000000000}"/>
          </ac:spMkLst>
        </pc:spChg>
        <pc:spChg chg="del">
          <ac:chgData name="정재호(Jerry)" userId="ccf4d345-b468-478d-9c45-374865928217" providerId="ADAL" clId="{94800E7C-0D58-47F7-879D-47B9F6B6913D}" dt="2026-06-12T05:50:46.637" v="11" actId="478"/>
          <ac:spMkLst>
            <pc:docMk/>
            <pc:sldMk cId="0" sldId="265"/>
            <ac:spMk id="19" creationId="{00000000-0000-0000-0000-000000000000}"/>
          </ac:spMkLst>
        </pc:spChg>
        <pc:spChg chg="del">
          <ac:chgData name="정재호(Jerry)" userId="ccf4d345-b468-478d-9c45-374865928217" providerId="ADAL" clId="{94800E7C-0D58-47F7-879D-47B9F6B6913D}" dt="2026-06-12T05:50:46.637" v="11" actId="478"/>
          <ac:spMkLst>
            <pc:docMk/>
            <pc:sldMk cId="0" sldId="265"/>
            <ac:spMk id="20" creationId="{00000000-0000-0000-0000-000000000000}"/>
          </ac:spMkLst>
        </pc:spChg>
        <pc:spChg chg="del">
          <ac:chgData name="정재호(Jerry)" userId="ccf4d345-b468-478d-9c45-374865928217" providerId="ADAL" clId="{94800E7C-0D58-47F7-879D-47B9F6B6913D}" dt="2026-06-12T05:50:46.637" v="11" actId="478"/>
          <ac:spMkLst>
            <pc:docMk/>
            <pc:sldMk cId="0" sldId="265"/>
            <ac:spMk id="21" creationId="{00000000-0000-0000-0000-000000000000}"/>
          </ac:spMkLst>
        </pc:spChg>
        <pc:spChg chg="del">
          <ac:chgData name="정재호(Jerry)" userId="ccf4d345-b468-478d-9c45-374865928217" providerId="ADAL" clId="{94800E7C-0D58-47F7-879D-47B9F6B6913D}" dt="2026-06-12T05:50:46.637" v="11" actId="478"/>
          <ac:spMkLst>
            <pc:docMk/>
            <pc:sldMk cId="0" sldId="265"/>
            <ac:spMk id="22" creationId="{00000000-0000-0000-0000-000000000000}"/>
          </ac:spMkLst>
        </pc:spChg>
        <pc:spChg chg="del">
          <ac:chgData name="정재호(Jerry)" userId="ccf4d345-b468-478d-9c45-374865928217" providerId="ADAL" clId="{94800E7C-0D58-47F7-879D-47B9F6B6913D}" dt="2026-06-12T05:50:46.637" v="11" actId="478"/>
          <ac:spMkLst>
            <pc:docMk/>
            <pc:sldMk cId="0" sldId="265"/>
            <ac:spMk id="23" creationId="{00000000-0000-0000-0000-000000000000}"/>
          </ac:spMkLst>
        </pc:spChg>
        <pc:spChg chg="del mod">
          <ac:chgData name="정재호(Jerry)" userId="ccf4d345-b468-478d-9c45-374865928217" providerId="ADAL" clId="{94800E7C-0D58-47F7-879D-47B9F6B6913D}" dt="2026-06-12T06:02:07.178" v="289"/>
          <ac:spMkLst>
            <pc:docMk/>
            <pc:sldMk cId="0" sldId="265"/>
            <ac:spMk id="25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65"/>
            <ac:spMk id="55" creationId="{00000000-0000-0000-0000-000000000000}"/>
          </ac:spMkLst>
        </pc:spChg>
        <pc:picChg chg="add mod">
          <ac:chgData name="정재호(Jerry)" userId="ccf4d345-b468-478d-9c45-374865928217" providerId="ADAL" clId="{94800E7C-0D58-47F7-879D-47B9F6B6913D}" dt="2026-06-12T05:51:00.285" v="17" actId="14100"/>
          <ac:picMkLst>
            <pc:docMk/>
            <pc:sldMk cId="0" sldId="265"/>
            <ac:picMk id="58" creationId="{99716D2C-C51F-690B-58A9-61A1C4925D0F}"/>
          </ac:picMkLst>
        </pc:picChg>
      </pc:sldChg>
      <pc:sldChg chg="delSp modSp mod">
        <pc:chgData name="정재호(Jerry)" userId="ccf4d345-b468-478d-9c45-374865928217" providerId="ADAL" clId="{94800E7C-0D58-47F7-879D-47B9F6B6913D}" dt="2026-06-12T06:02:07.179" v="291"/>
        <pc:sldMkLst>
          <pc:docMk/>
          <pc:sldMk cId="0" sldId="266"/>
        </pc:sldMkLst>
        <pc:spChg chg="mod">
          <ac:chgData name="정재호(Jerry)" userId="ccf4d345-b468-478d-9c45-374865928217" providerId="ADAL" clId="{94800E7C-0D58-47F7-879D-47B9F6B6913D}" dt="2026-06-12T05:52:32.865" v="41" actId="1036"/>
          <ac:spMkLst>
            <pc:docMk/>
            <pc:sldMk cId="0" sldId="266"/>
            <ac:spMk id="17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2:32.865" v="41" actId="1036"/>
          <ac:spMkLst>
            <pc:docMk/>
            <pc:sldMk cId="0" sldId="266"/>
            <ac:spMk id="18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2:32.865" v="41" actId="1036"/>
          <ac:spMkLst>
            <pc:docMk/>
            <pc:sldMk cId="0" sldId="266"/>
            <ac:spMk id="19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2:32.865" v="41" actId="1036"/>
          <ac:spMkLst>
            <pc:docMk/>
            <pc:sldMk cId="0" sldId="266"/>
            <ac:spMk id="20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2:32.865" v="41" actId="1036"/>
          <ac:spMkLst>
            <pc:docMk/>
            <pc:sldMk cId="0" sldId="266"/>
            <ac:spMk id="21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2:32.865" v="41" actId="1036"/>
          <ac:spMkLst>
            <pc:docMk/>
            <pc:sldMk cId="0" sldId="266"/>
            <ac:spMk id="22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2:32.865" v="41" actId="1036"/>
          <ac:spMkLst>
            <pc:docMk/>
            <pc:sldMk cId="0" sldId="266"/>
            <ac:spMk id="23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2:37.307" v="48" actId="1036"/>
          <ac:spMkLst>
            <pc:docMk/>
            <pc:sldMk cId="0" sldId="266"/>
            <ac:spMk id="24" creationId="{00000000-0000-0000-0000-000000000000}"/>
          </ac:spMkLst>
        </pc:spChg>
        <pc:spChg chg="del mod">
          <ac:chgData name="정재호(Jerry)" userId="ccf4d345-b468-478d-9c45-374865928217" providerId="ADAL" clId="{94800E7C-0D58-47F7-879D-47B9F6B6913D}" dt="2026-06-12T06:02:07.179" v="291"/>
          <ac:spMkLst>
            <pc:docMk/>
            <pc:sldMk cId="0" sldId="266"/>
            <ac:spMk id="25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66"/>
            <ac:spMk id="57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79" v="293"/>
        <pc:sldMkLst>
          <pc:docMk/>
          <pc:sldMk cId="0" sldId="267"/>
        </pc:sldMkLst>
        <pc:spChg chg="del mod">
          <ac:chgData name="정재호(Jerry)" userId="ccf4d345-b468-478d-9c45-374865928217" providerId="ADAL" clId="{94800E7C-0D58-47F7-879D-47B9F6B6913D}" dt="2026-06-12T06:02:07.179" v="293"/>
          <ac:spMkLst>
            <pc:docMk/>
            <pc:sldMk cId="0" sldId="267"/>
            <ac:spMk id="60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67"/>
            <ac:spMk id="90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79" v="295"/>
        <pc:sldMkLst>
          <pc:docMk/>
          <pc:sldMk cId="0" sldId="268"/>
        </pc:sldMkLst>
        <pc:spChg chg="del mod">
          <ac:chgData name="정재호(Jerry)" userId="ccf4d345-b468-478d-9c45-374865928217" providerId="ADAL" clId="{94800E7C-0D58-47F7-879D-47B9F6B6913D}" dt="2026-06-12T06:02:07.179" v="295"/>
          <ac:spMkLst>
            <pc:docMk/>
            <pc:sldMk cId="0" sldId="268"/>
            <ac:spMk id="60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68"/>
            <ac:spMk id="90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80" v="297"/>
        <pc:sldMkLst>
          <pc:docMk/>
          <pc:sldMk cId="0" sldId="269"/>
        </pc:sldMkLst>
        <pc:spChg chg="del mod">
          <ac:chgData name="정재호(Jerry)" userId="ccf4d345-b468-478d-9c45-374865928217" providerId="ADAL" clId="{94800E7C-0D58-47F7-879D-47B9F6B6913D}" dt="2026-06-12T06:02:07.180" v="297"/>
          <ac:spMkLst>
            <pc:docMk/>
            <pc:sldMk cId="0" sldId="269"/>
            <ac:spMk id="60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69"/>
            <ac:spMk id="90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80" v="299"/>
        <pc:sldMkLst>
          <pc:docMk/>
          <pc:sldMk cId="0" sldId="270"/>
        </pc:sldMkLst>
        <pc:spChg chg="del mod">
          <ac:chgData name="정재호(Jerry)" userId="ccf4d345-b468-478d-9c45-374865928217" providerId="ADAL" clId="{94800E7C-0D58-47F7-879D-47B9F6B6913D}" dt="2026-06-12T06:02:07.180" v="299"/>
          <ac:spMkLst>
            <pc:docMk/>
            <pc:sldMk cId="0" sldId="270"/>
            <ac:spMk id="60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70"/>
            <ac:spMk id="90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80" v="301"/>
        <pc:sldMkLst>
          <pc:docMk/>
          <pc:sldMk cId="0" sldId="271"/>
        </pc:sldMkLst>
        <pc:spChg chg="del mod">
          <ac:chgData name="정재호(Jerry)" userId="ccf4d345-b468-478d-9c45-374865928217" providerId="ADAL" clId="{94800E7C-0D58-47F7-879D-47B9F6B6913D}" dt="2026-06-12T06:02:07.180" v="301"/>
          <ac:spMkLst>
            <pc:docMk/>
            <pc:sldMk cId="0" sldId="271"/>
            <ac:spMk id="40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71"/>
            <ac:spMk id="70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81" v="303"/>
        <pc:sldMkLst>
          <pc:docMk/>
          <pc:sldMk cId="0" sldId="272"/>
        </pc:sldMkLst>
        <pc:spChg chg="del mod">
          <ac:chgData name="정재호(Jerry)" userId="ccf4d345-b468-478d-9c45-374865928217" providerId="ADAL" clId="{94800E7C-0D58-47F7-879D-47B9F6B6913D}" dt="2026-06-12T06:02:07.181" v="303"/>
          <ac:spMkLst>
            <pc:docMk/>
            <pc:sldMk cId="0" sldId="272"/>
            <ac:spMk id="79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72"/>
            <ac:spMk id="109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81" v="305"/>
        <pc:sldMkLst>
          <pc:docMk/>
          <pc:sldMk cId="0" sldId="273"/>
        </pc:sldMkLst>
        <pc:spChg chg="del mod">
          <ac:chgData name="정재호(Jerry)" userId="ccf4d345-b468-478d-9c45-374865928217" providerId="ADAL" clId="{94800E7C-0D58-47F7-879D-47B9F6B6913D}" dt="2026-06-12T06:02:07.181" v="305"/>
          <ac:spMkLst>
            <pc:docMk/>
            <pc:sldMk cId="0" sldId="273"/>
            <ac:spMk id="79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73"/>
            <ac:spMk id="109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81" v="307"/>
        <pc:sldMkLst>
          <pc:docMk/>
          <pc:sldMk cId="0" sldId="274"/>
        </pc:sldMkLst>
        <pc:spChg chg="del mod">
          <ac:chgData name="정재호(Jerry)" userId="ccf4d345-b468-478d-9c45-374865928217" providerId="ADAL" clId="{94800E7C-0D58-47F7-879D-47B9F6B6913D}" dt="2026-06-12T06:02:07.181" v="307"/>
          <ac:spMkLst>
            <pc:docMk/>
            <pc:sldMk cId="0" sldId="274"/>
            <ac:spMk id="79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74"/>
            <ac:spMk id="109" creationId="{00000000-0000-0000-0000-000000000000}"/>
          </ac:spMkLst>
        </pc:spChg>
      </pc:sldChg>
      <pc:sldChg chg="addSp delSp modSp mod">
        <pc:chgData name="정재호(Jerry)" userId="ccf4d345-b468-478d-9c45-374865928217" providerId="ADAL" clId="{94800E7C-0D58-47F7-879D-47B9F6B6913D}" dt="2026-06-12T06:02:07.182" v="309"/>
        <pc:sldMkLst>
          <pc:docMk/>
          <pc:sldMk cId="0" sldId="275"/>
        </pc:sldMkLst>
        <pc:spChg chg="mod">
          <ac:chgData name="정재호(Jerry)" userId="ccf4d345-b468-478d-9c45-374865928217" providerId="ADAL" clId="{94800E7C-0D58-47F7-879D-47B9F6B6913D}" dt="2026-06-12T05:54:46.422" v="60" actId="1076"/>
          <ac:spMkLst>
            <pc:docMk/>
            <pc:sldMk cId="0" sldId="275"/>
            <ac:spMk id="19" creationId="{00000000-0000-0000-0000-000000000000}"/>
          </ac:spMkLst>
        </pc:spChg>
        <pc:spChg chg="del mod">
          <ac:chgData name="정재호(Jerry)" userId="ccf4d345-b468-478d-9c45-374865928217" providerId="ADAL" clId="{94800E7C-0D58-47F7-879D-47B9F6B6913D}" dt="2026-06-12T06:02:07.182" v="309"/>
          <ac:spMkLst>
            <pc:docMk/>
            <pc:sldMk cId="0" sldId="275"/>
            <ac:spMk id="79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3:37.606" v="52" actId="14100"/>
          <ac:spMkLst>
            <pc:docMk/>
            <pc:sldMk cId="0" sldId="275"/>
            <ac:spMk id="107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75"/>
            <ac:spMk id="111" creationId="{00000000-0000-0000-0000-000000000000}"/>
          </ac:spMkLst>
        </pc:spChg>
        <pc:spChg chg="add del mod">
          <ac:chgData name="정재호(Jerry)" userId="ccf4d345-b468-478d-9c45-374865928217" providerId="ADAL" clId="{94800E7C-0D58-47F7-879D-47B9F6B6913D}" dt="2026-06-12T05:53:32.512" v="51" actId="478"/>
          <ac:spMkLst>
            <pc:docMk/>
            <pc:sldMk cId="0" sldId="275"/>
            <ac:spMk id="114" creationId="{10BF0900-EDD5-90B1-5818-D10F50C9AB94}"/>
          </ac:spMkLst>
        </pc:spChg>
        <pc:spChg chg="add mod">
          <ac:chgData name="정재호(Jerry)" userId="ccf4d345-b468-478d-9c45-374865928217" providerId="ADAL" clId="{94800E7C-0D58-47F7-879D-47B9F6B6913D}" dt="2026-06-12T05:54:55.412" v="68" actId="1037"/>
          <ac:spMkLst>
            <pc:docMk/>
            <pc:sldMk cId="0" sldId="275"/>
            <ac:spMk id="116" creationId="{0038DD4B-3792-07FF-0B50-21CA55BB3BF6}"/>
          </ac:spMkLst>
        </pc:spChg>
      </pc:sldChg>
      <pc:sldChg chg="addSp delSp modSp mod">
        <pc:chgData name="정재호(Jerry)" userId="ccf4d345-b468-478d-9c45-374865928217" providerId="ADAL" clId="{94800E7C-0D58-47F7-879D-47B9F6B6913D}" dt="2026-06-12T06:02:07.182" v="311"/>
        <pc:sldMkLst>
          <pc:docMk/>
          <pc:sldMk cId="0" sldId="276"/>
        </pc:sldMkLst>
        <pc:spChg chg="del mod">
          <ac:chgData name="정재호(Jerry)" userId="ccf4d345-b468-478d-9c45-374865928217" providerId="ADAL" clId="{94800E7C-0D58-47F7-879D-47B9F6B6913D}" dt="2026-06-12T06:02:07.182" v="311"/>
          <ac:spMkLst>
            <pc:docMk/>
            <pc:sldMk cId="0" sldId="276"/>
            <ac:spMk id="79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76"/>
            <ac:spMk id="109" creationId="{00000000-0000-0000-0000-000000000000}"/>
          </ac:spMkLst>
        </pc:spChg>
        <pc:spChg chg="add mod">
          <ac:chgData name="정재호(Jerry)" userId="ccf4d345-b468-478d-9c45-374865928217" providerId="ADAL" clId="{94800E7C-0D58-47F7-879D-47B9F6B6913D}" dt="2026-06-12T05:55:09.997" v="96" actId="1038"/>
          <ac:spMkLst>
            <pc:docMk/>
            <pc:sldMk cId="0" sldId="276"/>
            <ac:spMk id="112" creationId="{930C5830-5B04-BA60-1200-374E63889B0D}"/>
          </ac:spMkLst>
        </pc:spChg>
      </pc:sldChg>
      <pc:sldChg chg="addSp delSp modSp mod">
        <pc:chgData name="정재호(Jerry)" userId="ccf4d345-b468-478d-9c45-374865928217" providerId="ADAL" clId="{94800E7C-0D58-47F7-879D-47B9F6B6913D}" dt="2026-06-12T06:02:07.182" v="313"/>
        <pc:sldMkLst>
          <pc:docMk/>
          <pc:sldMk cId="0" sldId="277"/>
        </pc:sldMkLst>
        <pc:spChg chg="del mod">
          <ac:chgData name="정재호(Jerry)" userId="ccf4d345-b468-478d-9c45-374865928217" providerId="ADAL" clId="{94800E7C-0D58-47F7-879D-47B9F6B6913D}" dt="2026-06-12T06:02:07.182" v="313"/>
          <ac:spMkLst>
            <pc:docMk/>
            <pc:sldMk cId="0" sldId="277"/>
            <ac:spMk id="38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77"/>
            <ac:spMk id="68" creationId="{00000000-0000-0000-0000-000000000000}"/>
          </ac:spMkLst>
        </pc:spChg>
        <pc:spChg chg="add mod">
          <ac:chgData name="정재호(Jerry)" userId="ccf4d345-b468-478d-9c45-374865928217" providerId="ADAL" clId="{94800E7C-0D58-47F7-879D-47B9F6B6913D}" dt="2026-06-12T05:55:26.782" v="124" actId="14100"/>
          <ac:spMkLst>
            <pc:docMk/>
            <pc:sldMk cId="0" sldId="277"/>
            <ac:spMk id="71" creationId="{B7A1454D-C31A-8217-AC52-6493E63A0802}"/>
          </ac:spMkLst>
        </pc:spChg>
      </pc:sldChg>
      <pc:sldChg chg="addSp delSp modSp mod">
        <pc:chgData name="정재호(Jerry)" userId="ccf4d345-b468-478d-9c45-374865928217" providerId="ADAL" clId="{94800E7C-0D58-47F7-879D-47B9F6B6913D}" dt="2026-06-12T06:02:07.183" v="315"/>
        <pc:sldMkLst>
          <pc:docMk/>
          <pc:sldMk cId="0" sldId="278"/>
        </pc:sldMkLst>
        <pc:spChg chg="del mod">
          <ac:chgData name="정재호(Jerry)" userId="ccf4d345-b468-478d-9c45-374865928217" providerId="ADAL" clId="{94800E7C-0D58-47F7-879D-47B9F6B6913D}" dt="2026-06-12T06:02:07.183" v="315"/>
          <ac:spMkLst>
            <pc:docMk/>
            <pc:sldMk cId="0" sldId="278"/>
            <ac:spMk id="38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78"/>
            <ac:spMk id="68" creationId="{00000000-0000-0000-0000-000000000000}"/>
          </ac:spMkLst>
        </pc:spChg>
        <pc:spChg chg="add mod">
          <ac:chgData name="정재호(Jerry)" userId="ccf4d345-b468-478d-9c45-374865928217" providerId="ADAL" clId="{94800E7C-0D58-47F7-879D-47B9F6B6913D}" dt="2026-06-12T05:55:39.449" v="127" actId="14100"/>
          <ac:spMkLst>
            <pc:docMk/>
            <pc:sldMk cId="0" sldId="278"/>
            <ac:spMk id="71" creationId="{AF53A399-0E5E-D87B-A21D-34E02D5C8D1C}"/>
          </ac:spMkLst>
        </pc:spChg>
      </pc:sldChg>
      <pc:sldChg chg="addSp delSp modSp mod">
        <pc:chgData name="정재호(Jerry)" userId="ccf4d345-b468-478d-9c45-374865928217" providerId="ADAL" clId="{94800E7C-0D58-47F7-879D-47B9F6B6913D}" dt="2026-06-12T06:02:07.183" v="317"/>
        <pc:sldMkLst>
          <pc:docMk/>
          <pc:sldMk cId="0" sldId="279"/>
        </pc:sldMkLst>
        <pc:spChg chg="del mod">
          <ac:chgData name="정재호(Jerry)" userId="ccf4d345-b468-478d-9c45-374865928217" providerId="ADAL" clId="{94800E7C-0D58-47F7-879D-47B9F6B6913D}" dt="2026-06-12T06:02:07.183" v="317"/>
          <ac:spMkLst>
            <pc:docMk/>
            <pc:sldMk cId="0" sldId="279"/>
            <ac:spMk id="38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79"/>
            <ac:spMk id="68" creationId="{00000000-0000-0000-0000-000000000000}"/>
          </ac:spMkLst>
        </pc:spChg>
        <pc:spChg chg="add del">
          <ac:chgData name="정재호(Jerry)" userId="ccf4d345-b468-478d-9c45-374865928217" providerId="ADAL" clId="{94800E7C-0D58-47F7-879D-47B9F6B6913D}" dt="2026-06-12T05:55:54.852" v="129" actId="22"/>
          <ac:spMkLst>
            <pc:docMk/>
            <pc:sldMk cId="0" sldId="279"/>
            <ac:spMk id="71" creationId="{01A28AEB-04DA-E115-C3E3-BA0FAA15A1F1}"/>
          </ac:spMkLst>
        </pc:spChg>
        <pc:spChg chg="add mod">
          <ac:chgData name="정재호(Jerry)" userId="ccf4d345-b468-478d-9c45-374865928217" providerId="ADAL" clId="{94800E7C-0D58-47F7-879D-47B9F6B6913D}" dt="2026-06-12T05:56:03.303" v="131" actId="1076"/>
          <ac:spMkLst>
            <pc:docMk/>
            <pc:sldMk cId="0" sldId="279"/>
            <ac:spMk id="73" creationId="{F6544264-BC23-E958-47D3-7CBC56BA6899}"/>
          </ac:spMkLst>
        </pc:spChg>
        <pc:spChg chg="add mod">
          <ac:chgData name="정재호(Jerry)" userId="ccf4d345-b468-478d-9c45-374865928217" providerId="ADAL" clId="{94800E7C-0D58-47F7-879D-47B9F6B6913D}" dt="2026-06-12T05:56:11.611" v="148" actId="20577"/>
          <ac:spMkLst>
            <pc:docMk/>
            <pc:sldMk cId="0" sldId="279"/>
            <ac:spMk id="75" creationId="{5001BF65-B68A-BFAB-D0F6-DB885FD89890}"/>
          </ac:spMkLst>
        </pc:spChg>
        <pc:spChg chg="add mod">
          <ac:chgData name="정재호(Jerry)" userId="ccf4d345-b468-478d-9c45-374865928217" providerId="ADAL" clId="{94800E7C-0D58-47F7-879D-47B9F6B6913D}" dt="2026-06-12T05:56:29.589" v="157" actId="1035"/>
          <ac:spMkLst>
            <pc:docMk/>
            <pc:sldMk cId="0" sldId="279"/>
            <ac:spMk id="77" creationId="{5F9D3CCF-A84A-3B82-087D-DCF13B9B66EF}"/>
          </ac:spMkLst>
        </pc:spChg>
        <pc:spChg chg="add del mod">
          <ac:chgData name="정재호(Jerry)" userId="ccf4d345-b468-478d-9c45-374865928217" providerId="ADAL" clId="{94800E7C-0D58-47F7-879D-47B9F6B6913D}" dt="2026-06-12T05:56:57.759" v="161" actId="478"/>
          <ac:spMkLst>
            <pc:docMk/>
            <pc:sldMk cId="0" sldId="279"/>
            <ac:spMk id="79" creationId="{159C75A7-28CB-33E4-B966-94CD31AED04B}"/>
          </ac:spMkLst>
        </pc:spChg>
        <pc:spChg chg="add mod">
          <ac:chgData name="정재호(Jerry)" userId="ccf4d345-b468-478d-9c45-374865928217" providerId="ADAL" clId="{94800E7C-0D58-47F7-879D-47B9F6B6913D}" dt="2026-06-12T05:57:10.860" v="166" actId="20577"/>
          <ac:spMkLst>
            <pc:docMk/>
            <pc:sldMk cId="0" sldId="279"/>
            <ac:spMk id="81" creationId="{485B6441-2657-72C3-F6AE-B79C7243E55B}"/>
          </ac:spMkLst>
        </pc:spChg>
        <pc:spChg chg="add del mod">
          <ac:chgData name="정재호(Jerry)" userId="ccf4d345-b468-478d-9c45-374865928217" providerId="ADAL" clId="{94800E7C-0D58-47F7-879D-47B9F6B6913D}" dt="2026-06-12T05:57:04.885" v="162" actId="478"/>
          <ac:spMkLst>
            <pc:docMk/>
            <pc:sldMk cId="0" sldId="279"/>
            <ac:spMk id="83" creationId="{B9B01F5E-5F41-3001-833E-3DAF1162770A}"/>
          </ac:spMkLst>
        </pc:spChg>
      </pc:sldChg>
      <pc:sldChg chg="addSp delSp modSp mod">
        <pc:chgData name="정재호(Jerry)" userId="ccf4d345-b468-478d-9c45-374865928217" providerId="ADAL" clId="{94800E7C-0D58-47F7-879D-47B9F6B6913D}" dt="2026-06-12T06:02:07.184" v="319"/>
        <pc:sldMkLst>
          <pc:docMk/>
          <pc:sldMk cId="0" sldId="280"/>
        </pc:sldMkLst>
        <pc:spChg chg="del mod">
          <ac:chgData name="정재호(Jerry)" userId="ccf4d345-b468-478d-9c45-374865928217" providerId="ADAL" clId="{94800E7C-0D58-47F7-879D-47B9F6B6913D}" dt="2026-06-12T06:02:07.184" v="319"/>
          <ac:spMkLst>
            <pc:docMk/>
            <pc:sldMk cId="0" sldId="280"/>
            <ac:spMk id="38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80"/>
            <ac:spMk id="68" creationId="{00000000-0000-0000-0000-000000000000}"/>
          </ac:spMkLst>
        </pc:spChg>
        <pc:spChg chg="add">
          <ac:chgData name="정재호(Jerry)" userId="ccf4d345-b468-478d-9c45-374865928217" providerId="ADAL" clId="{94800E7C-0D58-47F7-879D-47B9F6B6913D}" dt="2026-06-12T05:57:18.204" v="167" actId="22"/>
          <ac:spMkLst>
            <pc:docMk/>
            <pc:sldMk cId="0" sldId="280"/>
            <ac:spMk id="71" creationId="{14DCE027-4B28-E17F-B6F4-FD0FB44EBF2C}"/>
          </ac:spMkLst>
        </pc:spChg>
        <pc:spChg chg="add">
          <ac:chgData name="정재호(Jerry)" userId="ccf4d345-b468-478d-9c45-374865928217" providerId="ADAL" clId="{94800E7C-0D58-47F7-879D-47B9F6B6913D}" dt="2026-06-12T05:57:18.204" v="167" actId="22"/>
          <ac:spMkLst>
            <pc:docMk/>
            <pc:sldMk cId="0" sldId="280"/>
            <ac:spMk id="73" creationId="{AA895952-AEF6-BBAD-3CAE-22CE916BA7E4}"/>
          </ac:spMkLst>
        </pc:spChg>
        <pc:spChg chg="add mod">
          <ac:chgData name="정재호(Jerry)" userId="ccf4d345-b468-478d-9c45-374865928217" providerId="ADAL" clId="{94800E7C-0D58-47F7-879D-47B9F6B6913D}" dt="2026-06-12T05:57:25.766" v="198" actId="1038"/>
          <ac:spMkLst>
            <pc:docMk/>
            <pc:sldMk cId="0" sldId="280"/>
            <ac:spMk id="75" creationId="{3521DFFF-709E-9105-793A-3F30C15950B3}"/>
          </ac:spMkLst>
        </pc:spChg>
        <pc:spChg chg="add">
          <ac:chgData name="정재호(Jerry)" userId="ccf4d345-b468-478d-9c45-374865928217" providerId="ADAL" clId="{94800E7C-0D58-47F7-879D-47B9F6B6913D}" dt="2026-06-12T05:57:18.204" v="167" actId="22"/>
          <ac:spMkLst>
            <pc:docMk/>
            <pc:sldMk cId="0" sldId="280"/>
            <ac:spMk id="77" creationId="{33D37742-9428-3A59-1B3B-D933F96190AE}"/>
          </ac:spMkLst>
        </pc:spChg>
        <pc:spChg chg="add">
          <ac:chgData name="정재호(Jerry)" userId="ccf4d345-b468-478d-9c45-374865928217" providerId="ADAL" clId="{94800E7C-0D58-47F7-879D-47B9F6B6913D}" dt="2026-06-12T05:57:18.204" v="167" actId="22"/>
          <ac:spMkLst>
            <pc:docMk/>
            <pc:sldMk cId="0" sldId="280"/>
            <ac:spMk id="79" creationId="{DB547C60-9A27-CA4A-9DCF-37241425B23D}"/>
          </ac:spMkLst>
        </pc:spChg>
      </pc:sldChg>
      <pc:sldChg chg="addSp delSp modSp mod">
        <pc:chgData name="정재호(Jerry)" userId="ccf4d345-b468-478d-9c45-374865928217" providerId="ADAL" clId="{94800E7C-0D58-47F7-879D-47B9F6B6913D}" dt="2026-06-12T06:02:07.184" v="321"/>
        <pc:sldMkLst>
          <pc:docMk/>
          <pc:sldMk cId="0" sldId="281"/>
        </pc:sldMkLst>
        <pc:spChg chg="del mod">
          <ac:chgData name="정재호(Jerry)" userId="ccf4d345-b468-478d-9c45-374865928217" providerId="ADAL" clId="{94800E7C-0D58-47F7-879D-47B9F6B6913D}" dt="2026-06-12T06:02:07.184" v="321"/>
          <ac:spMkLst>
            <pc:docMk/>
            <pc:sldMk cId="0" sldId="281"/>
            <ac:spMk id="79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81"/>
            <ac:spMk id="109" creationId="{00000000-0000-0000-0000-000000000000}"/>
          </ac:spMkLst>
        </pc:spChg>
        <pc:spChg chg="add mod">
          <ac:chgData name="정재호(Jerry)" userId="ccf4d345-b468-478d-9c45-374865928217" providerId="ADAL" clId="{94800E7C-0D58-47F7-879D-47B9F6B6913D}" dt="2026-06-12T05:57:52.018" v="201" actId="14100"/>
          <ac:spMkLst>
            <pc:docMk/>
            <pc:sldMk cId="0" sldId="281"/>
            <ac:spMk id="112" creationId="{9F13165E-BEC3-EE1A-FB63-2F776F0C96D8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84" v="323"/>
        <pc:sldMkLst>
          <pc:docMk/>
          <pc:sldMk cId="0" sldId="282"/>
        </pc:sldMkLst>
        <pc:spChg chg="del mod">
          <ac:chgData name="정재호(Jerry)" userId="ccf4d345-b468-478d-9c45-374865928217" providerId="ADAL" clId="{94800E7C-0D58-47F7-879D-47B9F6B6913D}" dt="2026-06-12T06:02:07.184" v="323"/>
          <ac:spMkLst>
            <pc:docMk/>
            <pc:sldMk cId="0" sldId="282"/>
            <ac:spMk id="37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82"/>
            <ac:spMk id="67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85" v="325"/>
        <pc:sldMkLst>
          <pc:docMk/>
          <pc:sldMk cId="0" sldId="283"/>
        </pc:sldMkLst>
        <pc:spChg chg="del mod">
          <ac:chgData name="정재호(Jerry)" userId="ccf4d345-b468-478d-9c45-374865928217" providerId="ADAL" clId="{94800E7C-0D58-47F7-879D-47B9F6B6913D}" dt="2026-06-12T06:02:07.185" v="325"/>
          <ac:spMkLst>
            <pc:docMk/>
            <pc:sldMk cId="0" sldId="283"/>
            <ac:spMk id="46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83"/>
            <ac:spMk id="76" creationId="{00000000-0000-0000-0000-000000000000}"/>
          </ac:spMkLst>
        </pc:spChg>
      </pc:sldChg>
      <pc:sldChg chg="addSp delSp modSp mod">
        <pc:chgData name="정재호(Jerry)" userId="ccf4d345-b468-478d-9c45-374865928217" providerId="ADAL" clId="{94800E7C-0D58-47F7-879D-47B9F6B6913D}" dt="2026-06-12T06:02:07.185" v="327"/>
        <pc:sldMkLst>
          <pc:docMk/>
          <pc:sldMk cId="0" sldId="284"/>
        </pc:sldMkLst>
        <pc:spChg chg="del mod">
          <ac:chgData name="정재호(Jerry)" userId="ccf4d345-b468-478d-9c45-374865928217" providerId="ADAL" clId="{94800E7C-0D58-47F7-879D-47B9F6B6913D}" dt="2026-06-12T06:02:07.185" v="327"/>
          <ac:spMkLst>
            <pc:docMk/>
            <pc:sldMk cId="0" sldId="284"/>
            <ac:spMk id="44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84"/>
            <ac:spMk id="74" creationId="{00000000-0000-0000-0000-000000000000}"/>
          </ac:spMkLst>
        </pc:spChg>
        <pc:spChg chg="add del mod">
          <ac:chgData name="정재호(Jerry)" userId="ccf4d345-b468-478d-9c45-374865928217" providerId="ADAL" clId="{94800E7C-0D58-47F7-879D-47B9F6B6913D}" dt="2026-06-12T05:59:45.665" v="246" actId="478"/>
          <ac:spMkLst>
            <pc:docMk/>
            <pc:sldMk cId="0" sldId="284"/>
            <ac:spMk id="77" creationId="{00A5A703-B176-476C-0150-469E57BDAB7B}"/>
          </ac:spMkLst>
        </pc:spChg>
        <pc:spChg chg="add del mod">
          <ac:chgData name="정재호(Jerry)" userId="ccf4d345-b468-478d-9c45-374865928217" providerId="ADAL" clId="{94800E7C-0D58-47F7-879D-47B9F6B6913D}" dt="2026-06-12T05:59:44.697" v="245" actId="478"/>
          <ac:spMkLst>
            <pc:docMk/>
            <pc:sldMk cId="0" sldId="284"/>
            <ac:spMk id="79" creationId="{6D29D4C6-EBAF-A030-5DE1-20009A9FF28F}"/>
          </ac:spMkLst>
        </pc:spChg>
        <pc:spChg chg="add del mod">
          <ac:chgData name="정재호(Jerry)" userId="ccf4d345-b468-478d-9c45-374865928217" providerId="ADAL" clId="{94800E7C-0D58-47F7-879D-47B9F6B6913D}" dt="2026-06-12T06:00:00.290" v="250" actId="478"/>
          <ac:spMkLst>
            <pc:docMk/>
            <pc:sldMk cId="0" sldId="284"/>
            <ac:spMk id="81" creationId="{8023B450-42F0-FE78-2D94-DAED5F1F113E}"/>
          </ac:spMkLst>
        </pc:spChg>
        <pc:spChg chg="add del mod">
          <ac:chgData name="정재호(Jerry)" userId="ccf4d345-b468-478d-9c45-374865928217" providerId="ADAL" clId="{94800E7C-0D58-47F7-879D-47B9F6B6913D}" dt="2026-06-12T05:59:59.176" v="249" actId="478"/>
          <ac:spMkLst>
            <pc:docMk/>
            <pc:sldMk cId="0" sldId="284"/>
            <ac:spMk id="83" creationId="{23FF4FF1-CD76-0ACB-DCD9-06B318FF76F4}"/>
          </ac:spMkLst>
        </pc:spChg>
        <pc:spChg chg="add del mod">
          <ac:chgData name="정재호(Jerry)" userId="ccf4d345-b468-478d-9c45-374865928217" providerId="ADAL" clId="{94800E7C-0D58-47F7-879D-47B9F6B6913D}" dt="2026-06-12T06:00:02.258" v="252" actId="478"/>
          <ac:spMkLst>
            <pc:docMk/>
            <pc:sldMk cId="0" sldId="284"/>
            <ac:spMk id="85" creationId="{497B5E00-033F-7A94-6334-CA730BD060AF}"/>
          </ac:spMkLst>
        </pc:spChg>
        <pc:spChg chg="add del mod">
          <ac:chgData name="정재호(Jerry)" userId="ccf4d345-b468-478d-9c45-374865928217" providerId="ADAL" clId="{94800E7C-0D58-47F7-879D-47B9F6B6913D}" dt="2026-06-12T06:00:01.377" v="251" actId="478"/>
          <ac:spMkLst>
            <pc:docMk/>
            <pc:sldMk cId="0" sldId="284"/>
            <ac:spMk id="87" creationId="{A168913F-B3E1-05EC-9405-32BAD9CB52CC}"/>
          </ac:spMkLst>
        </pc:spChg>
        <pc:spChg chg="add del mod">
          <ac:chgData name="정재호(Jerry)" userId="ccf4d345-b468-478d-9c45-374865928217" providerId="ADAL" clId="{94800E7C-0D58-47F7-879D-47B9F6B6913D}" dt="2026-06-12T06:00:04.440" v="254" actId="478"/>
          <ac:spMkLst>
            <pc:docMk/>
            <pc:sldMk cId="0" sldId="284"/>
            <ac:spMk id="89" creationId="{03646E68-BE85-341F-D936-FEFD40DE55EF}"/>
          </ac:spMkLst>
        </pc:spChg>
        <pc:spChg chg="add del mod">
          <ac:chgData name="정재호(Jerry)" userId="ccf4d345-b468-478d-9c45-374865928217" providerId="ADAL" clId="{94800E7C-0D58-47F7-879D-47B9F6B6913D}" dt="2026-06-12T06:00:03.289" v="253" actId="478"/>
          <ac:spMkLst>
            <pc:docMk/>
            <pc:sldMk cId="0" sldId="284"/>
            <ac:spMk id="91" creationId="{7197D4DC-6143-2AC9-18FA-F3CF6D66AB9E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85" v="329"/>
        <pc:sldMkLst>
          <pc:docMk/>
          <pc:sldMk cId="0" sldId="285"/>
        </pc:sldMkLst>
        <pc:spChg chg="mod">
          <ac:chgData name="정재호(Jerry)" userId="ccf4d345-b468-478d-9c45-374865928217" providerId="ADAL" clId="{94800E7C-0D58-47F7-879D-47B9F6B6913D}" dt="2026-06-12T05:59:39.339" v="243" actId="20577"/>
          <ac:spMkLst>
            <pc:docMk/>
            <pc:sldMk cId="0" sldId="285"/>
            <ac:spMk id="19" creationId="{00000000-0000-0000-0000-000000000000}"/>
          </ac:spMkLst>
        </pc:spChg>
        <pc:spChg chg="del mod">
          <ac:chgData name="정재호(Jerry)" userId="ccf4d345-b468-478d-9c45-374865928217" providerId="ADAL" clId="{94800E7C-0D58-47F7-879D-47B9F6B6913D}" dt="2026-06-12T06:02:07.185" v="329"/>
          <ac:spMkLst>
            <pc:docMk/>
            <pc:sldMk cId="0" sldId="285"/>
            <ac:spMk id="38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85"/>
            <ac:spMk id="68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86" v="331"/>
        <pc:sldMkLst>
          <pc:docMk/>
          <pc:sldMk cId="0" sldId="286"/>
        </pc:sldMkLst>
        <pc:spChg chg="del mod">
          <ac:chgData name="정재호(Jerry)" userId="ccf4d345-b468-478d-9c45-374865928217" providerId="ADAL" clId="{94800E7C-0D58-47F7-879D-47B9F6B6913D}" dt="2026-06-12T06:02:07.186" v="331"/>
          <ac:spMkLst>
            <pc:docMk/>
            <pc:sldMk cId="0" sldId="286"/>
            <ac:spMk id="72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86"/>
            <ac:spMk id="102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86" v="333"/>
        <pc:sldMkLst>
          <pc:docMk/>
          <pc:sldMk cId="0" sldId="287"/>
        </pc:sldMkLst>
        <pc:spChg chg="del mod">
          <ac:chgData name="정재호(Jerry)" userId="ccf4d345-b468-478d-9c45-374865928217" providerId="ADAL" clId="{94800E7C-0D58-47F7-879D-47B9F6B6913D}" dt="2026-06-12T06:02:07.186" v="333"/>
          <ac:spMkLst>
            <pc:docMk/>
            <pc:sldMk cId="0" sldId="287"/>
            <ac:spMk id="72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87"/>
            <ac:spMk id="102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86" v="335"/>
        <pc:sldMkLst>
          <pc:docMk/>
          <pc:sldMk cId="0" sldId="288"/>
        </pc:sldMkLst>
        <pc:spChg chg="del mod">
          <ac:chgData name="정재호(Jerry)" userId="ccf4d345-b468-478d-9c45-374865928217" providerId="ADAL" clId="{94800E7C-0D58-47F7-879D-47B9F6B6913D}" dt="2026-06-12T06:02:07.186" v="335"/>
          <ac:spMkLst>
            <pc:docMk/>
            <pc:sldMk cId="0" sldId="288"/>
            <ac:spMk id="44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88"/>
            <ac:spMk id="74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87" v="337"/>
        <pc:sldMkLst>
          <pc:docMk/>
          <pc:sldMk cId="0" sldId="289"/>
        </pc:sldMkLst>
        <pc:spChg chg="del mod">
          <ac:chgData name="정재호(Jerry)" userId="ccf4d345-b468-478d-9c45-374865928217" providerId="ADAL" clId="{94800E7C-0D58-47F7-879D-47B9F6B6913D}" dt="2026-06-12T06:02:07.187" v="337"/>
          <ac:spMkLst>
            <pc:docMk/>
            <pc:sldMk cId="0" sldId="289"/>
            <ac:spMk id="38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89"/>
            <ac:spMk id="68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87" v="339"/>
        <pc:sldMkLst>
          <pc:docMk/>
          <pc:sldMk cId="0" sldId="290"/>
        </pc:sldMkLst>
        <pc:spChg chg="del mod">
          <ac:chgData name="정재호(Jerry)" userId="ccf4d345-b468-478d-9c45-374865928217" providerId="ADAL" clId="{94800E7C-0D58-47F7-879D-47B9F6B6913D}" dt="2026-06-12T06:02:07.187" v="339"/>
          <ac:spMkLst>
            <pc:docMk/>
            <pc:sldMk cId="0" sldId="290"/>
            <ac:spMk id="41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90"/>
            <ac:spMk id="71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87" v="341"/>
        <pc:sldMkLst>
          <pc:docMk/>
          <pc:sldMk cId="0" sldId="291"/>
        </pc:sldMkLst>
        <pc:spChg chg="del mod">
          <ac:chgData name="정재호(Jerry)" userId="ccf4d345-b468-478d-9c45-374865928217" providerId="ADAL" clId="{94800E7C-0D58-47F7-879D-47B9F6B6913D}" dt="2026-06-12T06:02:07.187" v="341"/>
          <ac:spMkLst>
            <pc:docMk/>
            <pc:sldMk cId="0" sldId="291"/>
            <ac:spMk id="42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91"/>
            <ac:spMk id="72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88" v="343"/>
        <pc:sldMkLst>
          <pc:docMk/>
          <pc:sldMk cId="0" sldId="292"/>
        </pc:sldMkLst>
        <pc:spChg chg="mod">
          <ac:chgData name="정재호(Jerry)" userId="ccf4d345-b468-478d-9c45-374865928217" providerId="ADAL" clId="{94800E7C-0D58-47F7-879D-47B9F6B6913D}" dt="2026-06-12T06:00:25.304" v="267" actId="20577"/>
          <ac:spMkLst>
            <pc:docMk/>
            <pc:sldMk cId="0" sldId="292"/>
            <ac:spMk id="25" creationId="{00000000-0000-0000-0000-000000000000}"/>
          </ac:spMkLst>
        </pc:spChg>
        <pc:spChg chg="del">
          <ac:chgData name="정재호(Jerry)" userId="ccf4d345-b468-478d-9c45-374865928217" providerId="ADAL" clId="{94800E7C-0D58-47F7-879D-47B9F6B6913D}" dt="2026-06-12T06:00:35.882" v="276" actId="478"/>
          <ac:spMkLst>
            <pc:docMk/>
            <pc:sldMk cId="0" sldId="292"/>
            <ac:spMk id="29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6:00:31.586" v="275" actId="20577"/>
          <ac:spMkLst>
            <pc:docMk/>
            <pc:sldMk cId="0" sldId="292"/>
            <ac:spMk id="31" creationId="{00000000-0000-0000-0000-000000000000}"/>
          </ac:spMkLst>
        </pc:spChg>
        <pc:spChg chg="del mod">
          <ac:chgData name="정재호(Jerry)" userId="ccf4d345-b468-478d-9c45-374865928217" providerId="ADAL" clId="{94800E7C-0D58-47F7-879D-47B9F6B6913D}" dt="2026-06-12T06:02:07.188" v="343"/>
          <ac:spMkLst>
            <pc:docMk/>
            <pc:sldMk cId="0" sldId="292"/>
            <ac:spMk id="43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92"/>
            <ac:spMk id="73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88" v="345"/>
        <pc:sldMkLst>
          <pc:docMk/>
          <pc:sldMk cId="0" sldId="293"/>
        </pc:sldMkLst>
        <pc:spChg chg="del mod">
          <ac:chgData name="정재호(Jerry)" userId="ccf4d345-b468-478d-9c45-374865928217" providerId="ADAL" clId="{94800E7C-0D58-47F7-879D-47B9F6B6913D}" dt="2026-06-12T06:02:07.188" v="345"/>
          <ac:spMkLst>
            <pc:docMk/>
            <pc:sldMk cId="0" sldId="293"/>
            <ac:spMk id="25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93"/>
            <ac:spMk id="57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89" v="347"/>
        <pc:sldMkLst>
          <pc:docMk/>
          <pc:sldMk cId="0" sldId="294"/>
        </pc:sldMkLst>
        <pc:spChg chg="del mod">
          <ac:chgData name="정재호(Jerry)" userId="ccf4d345-b468-478d-9c45-374865928217" providerId="ADAL" clId="{94800E7C-0D58-47F7-879D-47B9F6B6913D}" dt="2026-06-12T06:02:07.189" v="347"/>
          <ac:spMkLst>
            <pc:docMk/>
            <pc:sldMk cId="0" sldId="294"/>
            <ac:spMk id="43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94"/>
            <ac:spMk id="73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89" v="349"/>
        <pc:sldMkLst>
          <pc:docMk/>
          <pc:sldMk cId="0" sldId="295"/>
        </pc:sldMkLst>
        <pc:spChg chg="del mod">
          <ac:chgData name="정재호(Jerry)" userId="ccf4d345-b468-478d-9c45-374865928217" providerId="ADAL" clId="{94800E7C-0D58-47F7-879D-47B9F6B6913D}" dt="2026-06-12T06:02:07.189" v="349"/>
          <ac:spMkLst>
            <pc:docMk/>
            <pc:sldMk cId="0" sldId="295"/>
            <ac:spMk id="43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95"/>
            <ac:spMk id="73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0" v="351"/>
        <pc:sldMkLst>
          <pc:docMk/>
          <pc:sldMk cId="0" sldId="296"/>
        </pc:sldMkLst>
        <pc:spChg chg="del mod">
          <ac:chgData name="정재호(Jerry)" userId="ccf4d345-b468-478d-9c45-374865928217" providerId="ADAL" clId="{94800E7C-0D58-47F7-879D-47B9F6B6913D}" dt="2026-06-12T06:02:07.190" v="351"/>
          <ac:spMkLst>
            <pc:docMk/>
            <pc:sldMk cId="0" sldId="296"/>
            <ac:spMk id="43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96"/>
            <ac:spMk id="73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1" v="353"/>
        <pc:sldMkLst>
          <pc:docMk/>
          <pc:sldMk cId="0" sldId="297"/>
        </pc:sldMkLst>
        <pc:spChg chg="del mod">
          <ac:chgData name="정재호(Jerry)" userId="ccf4d345-b468-478d-9c45-374865928217" providerId="ADAL" clId="{94800E7C-0D58-47F7-879D-47B9F6B6913D}" dt="2026-06-12T06:02:07.191" v="353"/>
          <ac:spMkLst>
            <pc:docMk/>
            <pc:sldMk cId="0" sldId="297"/>
            <ac:spMk id="40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97"/>
            <ac:spMk id="70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1" v="355"/>
        <pc:sldMkLst>
          <pc:docMk/>
          <pc:sldMk cId="0" sldId="298"/>
        </pc:sldMkLst>
        <pc:spChg chg="del mod">
          <ac:chgData name="정재호(Jerry)" userId="ccf4d345-b468-478d-9c45-374865928217" providerId="ADAL" clId="{94800E7C-0D58-47F7-879D-47B9F6B6913D}" dt="2026-06-12T06:02:07.191" v="355"/>
          <ac:spMkLst>
            <pc:docMk/>
            <pc:sldMk cId="0" sldId="298"/>
            <ac:spMk id="40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98"/>
            <ac:spMk id="70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2" v="357"/>
        <pc:sldMkLst>
          <pc:docMk/>
          <pc:sldMk cId="0" sldId="299"/>
        </pc:sldMkLst>
        <pc:spChg chg="del mod">
          <ac:chgData name="정재호(Jerry)" userId="ccf4d345-b468-478d-9c45-374865928217" providerId="ADAL" clId="{94800E7C-0D58-47F7-879D-47B9F6B6913D}" dt="2026-06-12T06:02:07.192" v="357"/>
          <ac:spMkLst>
            <pc:docMk/>
            <pc:sldMk cId="0" sldId="299"/>
            <ac:spMk id="38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99"/>
            <ac:spMk id="68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2" v="359"/>
        <pc:sldMkLst>
          <pc:docMk/>
          <pc:sldMk cId="0" sldId="300"/>
        </pc:sldMkLst>
        <pc:spChg chg="del mod">
          <ac:chgData name="정재호(Jerry)" userId="ccf4d345-b468-478d-9c45-374865928217" providerId="ADAL" clId="{94800E7C-0D58-47F7-879D-47B9F6B6913D}" dt="2026-06-12T06:02:07.192" v="359"/>
          <ac:spMkLst>
            <pc:docMk/>
            <pc:sldMk cId="0" sldId="300"/>
            <ac:spMk id="44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00"/>
            <ac:spMk id="74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2" v="361"/>
        <pc:sldMkLst>
          <pc:docMk/>
          <pc:sldMk cId="0" sldId="301"/>
        </pc:sldMkLst>
        <pc:spChg chg="del mod">
          <ac:chgData name="정재호(Jerry)" userId="ccf4d345-b468-478d-9c45-374865928217" providerId="ADAL" clId="{94800E7C-0D58-47F7-879D-47B9F6B6913D}" dt="2026-06-12T06:02:07.192" v="361"/>
          <ac:spMkLst>
            <pc:docMk/>
            <pc:sldMk cId="0" sldId="301"/>
            <ac:spMk id="45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01"/>
            <ac:spMk id="75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4" v="363"/>
        <pc:sldMkLst>
          <pc:docMk/>
          <pc:sldMk cId="0" sldId="302"/>
        </pc:sldMkLst>
        <pc:spChg chg="del mod">
          <ac:chgData name="정재호(Jerry)" userId="ccf4d345-b468-478d-9c45-374865928217" providerId="ADAL" clId="{94800E7C-0D58-47F7-879D-47B9F6B6913D}" dt="2026-06-12T06:02:07.194" v="363"/>
          <ac:spMkLst>
            <pc:docMk/>
            <pc:sldMk cId="0" sldId="302"/>
            <ac:spMk id="48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02"/>
            <ac:spMk id="78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4" v="365"/>
        <pc:sldMkLst>
          <pc:docMk/>
          <pc:sldMk cId="0" sldId="303"/>
        </pc:sldMkLst>
        <pc:spChg chg="del mod">
          <ac:chgData name="정재호(Jerry)" userId="ccf4d345-b468-478d-9c45-374865928217" providerId="ADAL" clId="{94800E7C-0D58-47F7-879D-47B9F6B6913D}" dt="2026-06-12T06:02:07.194" v="365"/>
          <ac:spMkLst>
            <pc:docMk/>
            <pc:sldMk cId="0" sldId="303"/>
            <ac:spMk id="27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03"/>
            <ac:spMk id="57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4" v="367"/>
        <pc:sldMkLst>
          <pc:docMk/>
          <pc:sldMk cId="0" sldId="304"/>
        </pc:sldMkLst>
        <pc:spChg chg="del mod">
          <ac:chgData name="정재호(Jerry)" userId="ccf4d345-b468-478d-9c45-374865928217" providerId="ADAL" clId="{94800E7C-0D58-47F7-879D-47B9F6B6913D}" dt="2026-06-12T06:02:07.194" v="367"/>
          <ac:spMkLst>
            <pc:docMk/>
            <pc:sldMk cId="0" sldId="304"/>
            <ac:spMk id="38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04"/>
            <ac:spMk id="68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5" v="369"/>
        <pc:sldMkLst>
          <pc:docMk/>
          <pc:sldMk cId="0" sldId="305"/>
        </pc:sldMkLst>
        <pc:spChg chg="del mod">
          <ac:chgData name="정재호(Jerry)" userId="ccf4d345-b468-478d-9c45-374865928217" providerId="ADAL" clId="{94800E7C-0D58-47F7-879D-47B9F6B6913D}" dt="2026-06-12T06:02:07.195" v="369"/>
          <ac:spMkLst>
            <pc:docMk/>
            <pc:sldMk cId="0" sldId="305"/>
            <ac:spMk id="38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05"/>
            <ac:spMk id="68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5" v="371"/>
        <pc:sldMkLst>
          <pc:docMk/>
          <pc:sldMk cId="0" sldId="306"/>
        </pc:sldMkLst>
        <pc:spChg chg="del mod">
          <ac:chgData name="정재호(Jerry)" userId="ccf4d345-b468-478d-9c45-374865928217" providerId="ADAL" clId="{94800E7C-0D58-47F7-879D-47B9F6B6913D}" dt="2026-06-12T06:02:07.195" v="371"/>
          <ac:spMkLst>
            <pc:docMk/>
            <pc:sldMk cId="0" sldId="306"/>
            <ac:spMk id="25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06"/>
            <ac:spMk id="55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5" v="373"/>
        <pc:sldMkLst>
          <pc:docMk/>
          <pc:sldMk cId="0" sldId="307"/>
        </pc:sldMkLst>
        <pc:spChg chg="del mod">
          <ac:chgData name="정재호(Jerry)" userId="ccf4d345-b468-478d-9c45-374865928217" providerId="ADAL" clId="{94800E7C-0D58-47F7-879D-47B9F6B6913D}" dt="2026-06-12T06:02:07.195" v="373"/>
          <ac:spMkLst>
            <pc:docMk/>
            <pc:sldMk cId="0" sldId="307"/>
            <ac:spMk id="37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07"/>
            <ac:spMk id="67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6" v="375"/>
        <pc:sldMkLst>
          <pc:docMk/>
          <pc:sldMk cId="0" sldId="308"/>
        </pc:sldMkLst>
        <pc:spChg chg="del mod">
          <ac:chgData name="정재호(Jerry)" userId="ccf4d345-b468-478d-9c45-374865928217" providerId="ADAL" clId="{94800E7C-0D58-47F7-879D-47B9F6B6913D}" dt="2026-06-12T06:02:07.196" v="375"/>
          <ac:spMkLst>
            <pc:docMk/>
            <pc:sldMk cId="0" sldId="308"/>
            <ac:spMk id="37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08"/>
            <ac:spMk id="67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6" v="377"/>
        <pc:sldMkLst>
          <pc:docMk/>
          <pc:sldMk cId="0" sldId="309"/>
        </pc:sldMkLst>
        <pc:spChg chg="del mod">
          <ac:chgData name="정재호(Jerry)" userId="ccf4d345-b468-478d-9c45-374865928217" providerId="ADAL" clId="{94800E7C-0D58-47F7-879D-47B9F6B6913D}" dt="2026-06-12T06:02:07.196" v="377"/>
          <ac:spMkLst>
            <pc:docMk/>
            <pc:sldMk cId="0" sldId="309"/>
            <ac:spMk id="37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09"/>
            <ac:spMk id="67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6" v="379"/>
        <pc:sldMkLst>
          <pc:docMk/>
          <pc:sldMk cId="0" sldId="310"/>
        </pc:sldMkLst>
        <pc:spChg chg="del mod">
          <ac:chgData name="정재호(Jerry)" userId="ccf4d345-b468-478d-9c45-374865928217" providerId="ADAL" clId="{94800E7C-0D58-47F7-879D-47B9F6B6913D}" dt="2026-06-12T06:02:07.196" v="379"/>
          <ac:spMkLst>
            <pc:docMk/>
            <pc:sldMk cId="0" sldId="310"/>
            <ac:spMk id="45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10"/>
            <ac:spMk id="75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7" v="381"/>
        <pc:sldMkLst>
          <pc:docMk/>
          <pc:sldMk cId="0" sldId="311"/>
        </pc:sldMkLst>
        <pc:spChg chg="del mod">
          <ac:chgData name="정재호(Jerry)" userId="ccf4d345-b468-478d-9c45-374865928217" providerId="ADAL" clId="{94800E7C-0D58-47F7-879D-47B9F6B6913D}" dt="2026-06-12T06:02:07.197" v="381"/>
          <ac:spMkLst>
            <pc:docMk/>
            <pc:sldMk cId="0" sldId="311"/>
            <ac:spMk id="45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11"/>
            <ac:spMk id="75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7" v="383"/>
        <pc:sldMkLst>
          <pc:docMk/>
          <pc:sldMk cId="0" sldId="312"/>
        </pc:sldMkLst>
        <pc:spChg chg="del mod">
          <ac:chgData name="정재호(Jerry)" userId="ccf4d345-b468-478d-9c45-374865928217" providerId="ADAL" clId="{94800E7C-0D58-47F7-879D-47B9F6B6913D}" dt="2026-06-12T06:02:07.197" v="383"/>
          <ac:spMkLst>
            <pc:docMk/>
            <pc:sldMk cId="0" sldId="312"/>
            <ac:spMk id="45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12"/>
            <ac:spMk id="75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7" v="385"/>
        <pc:sldMkLst>
          <pc:docMk/>
          <pc:sldMk cId="0" sldId="313"/>
        </pc:sldMkLst>
        <pc:spChg chg="del mod">
          <ac:chgData name="정재호(Jerry)" userId="ccf4d345-b468-478d-9c45-374865928217" providerId="ADAL" clId="{94800E7C-0D58-47F7-879D-47B9F6B6913D}" dt="2026-06-12T06:02:07.197" v="385"/>
          <ac:spMkLst>
            <pc:docMk/>
            <pc:sldMk cId="0" sldId="313"/>
            <ac:spMk id="48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13"/>
            <ac:spMk id="78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8" v="387"/>
        <pc:sldMkLst>
          <pc:docMk/>
          <pc:sldMk cId="0" sldId="314"/>
        </pc:sldMkLst>
        <pc:spChg chg="del mod">
          <ac:chgData name="정재호(Jerry)" userId="ccf4d345-b468-478d-9c45-374865928217" providerId="ADAL" clId="{94800E7C-0D58-47F7-879D-47B9F6B6913D}" dt="2026-06-12T06:02:07.198" v="387"/>
          <ac:spMkLst>
            <pc:docMk/>
            <pc:sldMk cId="0" sldId="314"/>
            <ac:spMk id="47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14"/>
            <ac:spMk id="77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8" v="389"/>
        <pc:sldMkLst>
          <pc:docMk/>
          <pc:sldMk cId="0" sldId="315"/>
        </pc:sldMkLst>
        <pc:spChg chg="del mod">
          <ac:chgData name="정재호(Jerry)" userId="ccf4d345-b468-478d-9c45-374865928217" providerId="ADAL" clId="{94800E7C-0D58-47F7-879D-47B9F6B6913D}" dt="2026-06-12T06:02:07.198" v="389"/>
          <ac:spMkLst>
            <pc:docMk/>
            <pc:sldMk cId="0" sldId="315"/>
            <ac:spMk id="46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15"/>
            <ac:spMk id="76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8" v="391"/>
        <pc:sldMkLst>
          <pc:docMk/>
          <pc:sldMk cId="0" sldId="316"/>
        </pc:sldMkLst>
        <pc:spChg chg="del mod">
          <ac:chgData name="정재호(Jerry)" userId="ccf4d345-b468-478d-9c45-374865928217" providerId="ADAL" clId="{94800E7C-0D58-47F7-879D-47B9F6B6913D}" dt="2026-06-12T06:02:07.198" v="391"/>
          <ac:spMkLst>
            <pc:docMk/>
            <pc:sldMk cId="0" sldId="316"/>
            <ac:spMk id="51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16"/>
            <ac:spMk id="81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8" v="393"/>
        <pc:sldMkLst>
          <pc:docMk/>
          <pc:sldMk cId="0" sldId="317"/>
        </pc:sldMkLst>
        <pc:spChg chg="del mod">
          <ac:chgData name="정재호(Jerry)" userId="ccf4d345-b468-478d-9c45-374865928217" providerId="ADAL" clId="{94800E7C-0D58-47F7-879D-47B9F6B6913D}" dt="2026-06-12T06:02:07.198" v="393"/>
          <ac:spMkLst>
            <pc:docMk/>
            <pc:sldMk cId="0" sldId="317"/>
            <ac:spMk id="27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17"/>
            <ac:spMk id="57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9" v="395"/>
        <pc:sldMkLst>
          <pc:docMk/>
          <pc:sldMk cId="0" sldId="318"/>
        </pc:sldMkLst>
        <pc:spChg chg="del mod">
          <ac:chgData name="정재호(Jerry)" userId="ccf4d345-b468-478d-9c45-374865928217" providerId="ADAL" clId="{94800E7C-0D58-47F7-879D-47B9F6B6913D}" dt="2026-06-12T06:02:07.199" v="395"/>
          <ac:spMkLst>
            <pc:docMk/>
            <pc:sldMk cId="0" sldId="318"/>
            <ac:spMk id="25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18"/>
            <ac:spMk id="55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9" v="397"/>
        <pc:sldMkLst>
          <pc:docMk/>
          <pc:sldMk cId="0" sldId="319"/>
        </pc:sldMkLst>
        <pc:spChg chg="del mod">
          <ac:chgData name="정재호(Jerry)" userId="ccf4d345-b468-478d-9c45-374865928217" providerId="ADAL" clId="{94800E7C-0D58-47F7-879D-47B9F6B6913D}" dt="2026-06-12T06:02:07.199" v="397"/>
          <ac:spMkLst>
            <pc:docMk/>
            <pc:sldMk cId="0" sldId="319"/>
            <ac:spMk id="48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19"/>
            <ac:spMk id="78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9" v="399"/>
        <pc:sldMkLst>
          <pc:docMk/>
          <pc:sldMk cId="0" sldId="320"/>
        </pc:sldMkLst>
        <pc:spChg chg="del mod">
          <ac:chgData name="정재호(Jerry)" userId="ccf4d345-b468-478d-9c45-374865928217" providerId="ADAL" clId="{94800E7C-0D58-47F7-879D-47B9F6B6913D}" dt="2026-06-12T06:02:07.199" v="399"/>
          <ac:spMkLst>
            <pc:docMk/>
            <pc:sldMk cId="0" sldId="320"/>
            <ac:spMk id="49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20"/>
            <ac:spMk id="79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200" v="401"/>
        <pc:sldMkLst>
          <pc:docMk/>
          <pc:sldMk cId="0" sldId="321"/>
        </pc:sldMkLst>
        <pc:spChg chg="del mod">
          <ac:chgData name="정재호(Jerry)" userId="ccf4d345-b468-478d-9c45-374865928217" providerId="ADAL" clId="{94800E7C-0D58-47F7-879D-47B9F6B6913D}" dt="2026-06-12T06:02:07.200" v="401"/>
          <ac:spMkLst>
            <pc:docMk/>
            <pc:sldMk cId="0" sldId="321"/>
            <ac:spMk id="49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21"/>
            <ac:spMk id="79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200" v="403"/>
        <pc:sldMkLst>
          <pc:docMk/>
          <pc:sldMk cId="0" sldId="322"/>
        </pc:sldMkLst>
        <pc:spChg chg="del mod">
          <ac:chgData name="정재호(Jerry)" userId="ccf4d345-b468-478d-9c45-374865928217" providerId="ADAL" clId="{94800E7C-0D58-47F7-879D-47B9F6B6913D}" dt="2026-06-12T06:02:07.200" v="403"/>
          <ac:spMkLst>
            <pc:docMk/>
            <pc:sldMk cId="0" sldId="322"/>
            <ac:spMk id="40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22"/>
            <ac:spMk id="70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201" v="405"/>
        <pc:sldMkLst>
          <pc:docMk/>
          <pc:sldMk cId="0" sldId="323"/>
        </pc:sldMkLst>
        <pc:spChg chg="del mod">
          <ac:chgData name="정재호(Jerry)" userId="ccf4d345-b468-478d-9c45-374865928217" providerId="ADAL" clId="{94800E7C-0D58-47F7-879D-47B9F6B6913D}" dt="2026-06-12T06:02:07.201" v="405"/>
          <ac:spMkLst>
            <pc:docMk/>
            <pc:sldMk cId="0" sldId="323"/>
            <ac:spMk id="35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23"/>
            <ac:spMk id="65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201" v="407"/>
        <pc:sldMkLst>
          <pc:docMk/>
          <pc:sldMk cId="0" sldId="324"/>
        </pc:sldMkLst>
        <pc:spChg chg="del mod">
          <ac:chgData name="정재호(Jerry)" userId="ccf4d345-b468-478d-9c45-374865928217" providerId="ADAL" clId="{94800E7C-0D58-47F7-879D-47B9F6B6913D}" dt="2026-06-12T06:02:07.201" v="407"/>
          <ac:spMkLst>
            <pc:docMk/>
            <pc:sldMk cId="0" sldId="324"/>
            <ac:spMk id="38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24"/>
            <ac:spMk id="68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202" v="409"/>
        <pc:sldMkLst>
          <pc:docMk/>
          <pc:sldMk cId="0" sldId="325"/>
        </pc:sldMkLst>
        <pc:spChg chg="del mod">
          <ac:chgData name="정재호(Jerry)" userId="ccf4d345-b468-478d-9c45-374865928217" providerId="ADAL" clId="{94800E7C-0D58-47F7-879D-47B9F6B6913D}" dt="2026-06-12T06:02:07.202" v="409"/>
          <ac:spMkLst>
            <pc:docMk/>
            <pc:sldMk cId="0" sldId="325"/>
            <ac:spMk id="38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25"/>
            <ac:spMk id="68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202" v="411"/>
        <pc:sldMkLst>
          <pc:docMk/>
          <pc:sldMk cId="0" sldId="326"/>
        </pc:sldMkLst>
        <pc:spChg chg="del mod">
          <ac:chgData name="정재호(Jerry)" userId="ccf4d345-b468-478d-9c45-374865928217" providerId="ADAL" clId="{94800E7C-0D58-47F7-879D-47B9F6B6913D}" dt="2026-06-12T06:02:07.202" v="411"/>
          <ac:spMkLst>
            <pc:docMk/>
            <pc:sldMk cId="0" sldId="326"/>
            <ac:spMk id="43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26"/>
            <ac:spMk id="73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1.896" v="282"/>
        <pc:sldMkLst>
          <pc:docMk/>
          <pc:sldMk cId="0" sldId="327"/>
        </pc:sldMkLst>
        <pc:spChg chg="del mod">
          <ac:chgData name="정재호(Jerry)" userId="ccf4d345-b468-478d-9c45-374865928217" providerId="ADAL" clId="{94800E7C-0D58-47F7-879D-47B9F6B6913D}" dt="2026-06-12T06:02:01.896" v="282"/>
          <ac:spMkLst>
            <pc:docMk/>
            <pc:sldMk cId="0" sldId="327"/>
            <ac:spMk id="27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27"/>
            <ac:spMk id="57" creationId="{00000000-0000-0000-0000-000000000000}"/>
          </ac:spMkLst>
        </pc:spChg>
      </pc:sldChg>
      <pc:sldChg chg="modSp del">
        <pc:chgData name="정재호(Jerry)" userId="ccf4d345-b468-478d-9c45-374865928217" providerId="ADAL" clId="{94800E7C-0D58-47F7-879D-47B9F6B6913D}" dt="2026-06-12T06:01:52.264" v="279" actId="47"/>
        <pc:sldMkLst>
          <pc:docMk/>
          <pc:sldMk cId="0" sldId="328"/>
        </pc:sldMkLst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28"/>
            <ac:spMk id="38" creationId="{00000000-0000-0000-0000-000000000000}"/>
          </ac:spMkLst>
        </pc:spChg>
      </pc:sldChg>
      <pc:sldChg chg="del">
        <pc:chgData name="정재호(Jerry)" userId="ccf4d345-b468-478d-9c45-374865928217" providerId="ADAL" clId="{94800E7C-0D58-47F7-879D-47B9F6B6913D}" dt="2026-06-12T06:01:46.335" v="278" actId="47"/>
        <pc:sldMkLst>
          <pc:docMk/>
          <pc:sldMk cId="0" sldId="329"/>
        </pc:sldMkLst>
      </pc:sldChg>
      <pc:sldChg chg="add">
        <pc:chgData name="정재호(Jerry)" userId="ccf4d345-b468-478d-9c45-374865928217" providerId="ADAL" clId="{94800E7C-0D58-47F7-879D-47B9F6B6913D}" dt="2026-06-12T06:01:44.065" v="277"/>
        <pc:sldMkLst>
          <pc:docMk/>
          <pc:sldMk cId="0" sldId="2284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BD7C12-EABD-4D89-886E-5475AAEA0A70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322704-9121-4F79-89EC-E63274E82B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5118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890C0E6-AF61-355A-F102-C73A256581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70" t="72593" r="15000"/>
          <a:stretch/>
        </p:blipFill>
        <p:spPr>
          <a:xfrm>
            <a:off x="183747" y="6835580"/>
            <a:ext cx="1024631" cy="443726"/>
          </a:xfrm>
          <a:prstGeom prst="rect">
            <a:avLst/>
          </a:prstGeom>
        </p:spPr>
      </p:pic>
      <p:pic>
        <p:nvPicPr>
          <p:cNvPr id="3" name="Image 0" descr="windmillsoft_logo_clean.png">
            <a:extLst>
              <a:ext uri="{FF2B5EF4-FFF2-40B4-BE49-F238E27FC236}">
                <a16:creationId xmlns:a16="http://schemas.microsoft.com/office/drawing/2014/main" id="{9784291A-BA4C-4734-F4C7-EB3EB39959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54355" y="6835582"/>
            <a:ext cx="1553711" cy="488904"/>
          </a:xfrm>
          <a:prstGeom prst="rect">
            <a:avLst/>
          </a:prstGeom>
        </p:spPr>
      </p:pic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4B311A67-914D-67BB-82B9-B5181E34C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43078" y="7006700"/>
            <a:ext cx="2405658" cy="403649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 algn="ctr"/>
            <a:fld id="{BD3647E6-0D84-468E-92FD-7E2151A8F19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22147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2" Type="http://schemas.openxmlformats.org/officeDocument/2006/relationships/image" Target="../media/sc11_01.png"/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2" Type="http://schemas.openxmlformats.org/officeDocument/2006/relationships/image" Target="../media/sc11_02.png"/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2" Type="http://schemas.openxmlformats.org/officeDocument/2006/relationships/image" Target="../media/sc11_03.png"/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2" Type="http://schemas.openxmlformats.org/officeDocument/2006/relationships/image" Target="../media/sc11_04.png"/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2" Type="http://schemas.openxmlformats.org/officeDocument/2006/relationships/image" Target="../media/sc11_05.png"/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2" Type="http://schemas.openxmlformats.org/officeDocument/2006/relationships/image" Target="../media/sc11_06.png"/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2" Type="http://schemas.openxmlformats.org/officeDocument/2006/relationships/image" Target="../media/sc11_07.png"/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2" Type="http://schemas.openxmlformats.org/officeDocument/2006/relationships/image" Target="../media/sc11_08.png"/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2" Type="http://schemas.openxmlformats.org/officeDocument/2006/relationships/image" Target="../media/sc11_09.png"/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2" Type="http://schemas.openxmlformats.org/officeDocument/2006/relationships/image" Target="../media/sc11_10.png"/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2" Type="http://schemas.openxmlformats.org/officeDocument/2006/relationships/image" Target="../media/sc11_11.png"/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2" Type="http://schemas.openxmlformats.org/officeDocument/2006/relationships/image" Target="../media/sc11_12.png"/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2" Type="http://schemas.openxmlformats.org/officeDocument/2006/relationships/image" Target="../media/sc11_13.png"/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2" Type="http://schemas.openxmlformats.org/officeDocument/2006/relationships/image" Target="../media/sc11_14.png"/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2" Type="http://schemas.openxmlformats.org/officeDocument/2006/relationships/image" Target="../media/sc11_15.png"/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2" Type="http://schemas.openxmlformats.org/officeDocument/2006/relationships/image" Target="../media/sc11_16.png"/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2" Type="http://schemas.openxmlformats.org/officeDocument/2006/relationships/image" Target="../media/sc11_17.png"/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2" Type="http://schemas.openxmlformats.org/officeDocument/2006/relationships/image" Target="../media/sc11_18.png"/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2" Type="http://schemas.openxmlformats.org/officeDocument/2006/relationships/image" Target="../media/sc11_19.png"/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2" Type="http://schemas.openxmlformats.org/officeDocument/2006/relationships/image" Target="../media/sc11_20.png"/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2" Type="http://schemas.openxmlformats.org/officeDocument/2006/relationships/image" Target="../media/sc11_21.png"/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2" Type="http://schemas.openxmlformats.org/officeDocument/2006/relationships/image" Target="../media/sc11_22.png"/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2" Type="http://schemas.openxmlformats.org/officeDocument/2006/relationships/image" Target="../media/sc11_23.png"/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2" Type="http://schemas.openxmlformats.org/officeDocument/2006/relationships/image" Target="../media/sc11_24.png"/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2" Type="http://schemas.openxmlformats.org/officeDocument/2006/relationships/image" Target="../media/sc11_25.png"/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2" Type="http://schemas.openxmlformats.org/officeDocument/2006/relationships/image" Target="../media/sc11_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pensive-sweet-planck/work/sfdc_reports/spec_completion/logo_beone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7672" y="1093519"/>
            <a:ext cx="1710690" cy="5880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74213" y="3153739"/>
            <a:ext cx="138994" cy="1122640"/>
          </a:xfrm>
          <a:prstGeom prst="rect">
            <a:avLst/>
          </a:prstGeom>
          <a:solidFill>
            <a:srgbClr val="001E4F"/>
          </a:solidFill>
          <a:ln w="12700">
            <a:solidFill>
              <a:srgbClr val="001E4F"/>
            </a:solidFill>
            <a:prstDash val="solid"/>
          </a:ln>
        </p:spPr>
        <p:txBody>
          <a:bodyPr/>
          <a:lstStyle/>
          <a:p>
            <a:endParaRPr lang="ko-KR" altLang="en-US" sz="2105"/>
          </a:p>
        </p:txBody>
      </p:sp>
      <p:sp>
        <p:nvSpPr>
          <p:cNvPr id="4" name="Text 1"/>
          <p:cNvSpPr/>
          <p:nvPr/>
        </p:nvSpPr>
        <p:spPr>
          <a:xfrm>
            <a:off x="588050" y="3100280"/>
            <a:ext cx="9515713" cy="694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3508" b="1" dirty="0">
                <a:solidFill>
                  <a:srgbClr val="001E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및 화면 설계서</a:t>
            </a:r>
          </a:p>
        </p:txBody>
      </p:sp>
      <p:sp>
        <p:nvSpPr>
          <p:cNvPr id="5" name="Text 2"/>
          <p:cNvSpPr/>
          <p:nvPr/>
        </p:nvSpPr>
        <p:spPr>
          <a:xfrm>
            <a:off x="588050" y="3789287"/>
            <a:ext cx="9515713" cy="5345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2159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한결공조 AS 관리 시스템</a:t>
            </a:r>
            <a:r>
              <a:rPr lang="ko-KR" altLang="en-US" sz="2159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</a:p>
        </p:txBody>
      </p:sp>
      <p:sp>
        <p:nvSpPr>
          <p:cNvPr id="6" name="Text 3"/>
          <p:cNvSpPr/>
          <p:nvPr/>
        </p:nvSpPr>
        <p:spPr>
          <a:xfrm>
            <a:off x="4257824" y="6500043"/>
            <a:ext cx="1943004" cy="427673"/>
          </a:xfrm>
          <a:prstGeom prst="rect">
            <a:avLst/>
          </a:prstGeom>
          <a:noFill/>
          <a:ln/>
        </p:spPr>
        <p:txBody>
          <a:bodyPr wrap="square" lIns="98694" tIns="49347" rIns="98694" bIns="49347" rtlCol="0" anchor="ctr"/>
          <a:lstStyle/>
          <a:p>
            <a:pPr algn="ctr"/>
            <a:r>
              <a:rPr lang="en-US" sz="2105" b="1" dirty="0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2026. </a:t>
            </a:r>
            <a:r>
              <a:rPr lang="en-US" sz="2105" b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10. </a:t>
            </a:r>
            <a:r>
              <a:rPr lang="en-US" sz="2105" b="1" dirty="0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18</a:t>
            </a:r>
            <a:endParaRPr lang="en-US" sz="2105" b="1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7BD15A8F-C3A0-32EB-088B-CA8105700164}"/>
              </a:ext>
            </a:extLst>
          </p:cNvPr>
          <p:cNvSpPr/>
          <p:nvPr/>
        </p:nvSpPr>
        <p:spPr>
          <a:xfrm>
            <a:off x="483529" y="3795248"/>
            <a:ext cx="9836468" cy="42767"/>
          </a:xfrm>
          <a:prstGeom prst="rect">
            <a:avLst/>
          </a:prstGeom>
          <a:solidFill>
            <a:srgbClr val="002F75"/>
          </a:solidFill>
          <a:ln w="12700">
            <a:solidFill>
              <a:srgbClr val="002F75"/>
            </a:solidFill>
            <a:prstDash val="solid"/>
          </a:ln>
        </p:spPr>
        <p:txBody>
          <a:bodyPr/>
          <a:lstStyle/>
          <a:p>
            <a:endParaRPr lang="ko-KR" altLang="en-US" sz="2105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78044" y="3445363"/>
            <a:ext cx="8640000" cy="595923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dirty="0">
                <a:latin typeface="맑은 고딕"/>
              </a:rPr>
              <a:t>End of Document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2000" cy="720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0"/>
            <a:ext cx="10080000" cy="72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변경 이력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936000"/>
            <a:ext cx="504000" cy="288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2000" y="936000"/>
            <a:ext cx="504000" cy="288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버전</a:t>
            </a:r>
          </a:p>
        </p:txBody>
      </p:sp>
      <p:sp>
        <p:nvSpPr>
          <p:cNvPr id="6" name="Rectangle 5"/>
          <p:cNvSpPr/>
          <p:nvPr/>
        </p:nvSpPr>
        <p:spPr>
          <a:xfrm>
            <a:off x="936000" y="936000"/>
            <a:ext cx="1080000" cy="288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6000" y="936000"/>
            <a:ext cx="1080000" cy="288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일자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6000" y="936000"/>
            <a:ext cx="4248000" cy="288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6000" y="936000"/>
            <a:ext cx="4248000" cy="288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변경 내용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4000" y="936000"/>
            <a:ext cx="1980000" cy="288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4000" y="936000"/>
            <a:ext cx="1980000" cy="288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작성자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44000" y="936000"/>
            <a:ext cx="2088000" cy="288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4000" y="936000"/>
            <a:ext cx="2088000" cy="288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비고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1224000"/>
            <a:ext cx="504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2000" y="1224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V1.0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6000" y="1224000"/>
            <a:ext cx="10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6000" y="1224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2026-10-15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6000" y="1224000"/>
            <a:ext cx="424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016000" y="1224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최초 작성: 저장소 화면 번호(SC-01~11) 기준 11장, 관리자 화면 캡처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4000" y="1224000"/>
            <a:ext cx="19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64000" y="1224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Edwin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44000" y="1224000"/>
            <a:ext cx="208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44000" y="1224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1548000"/>
            <a:ext cx="50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2000" y="1548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V1.1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6000" y="1548000"/>
            <a:ext cx="10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6000" y="1548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2026-10-18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6000" y="1548000"/>
            <a:ext cx="424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016000" y="1548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요건 정의서 V2.0 SC-01~16 번호로 재구성(구현·부분·표준 대체·범위 밖), 저장소 번호 대응은 화면 목록 2·3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4000" y="1548000"/>
            <a:ext cx="19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64000" y="1548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Edwin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44000" y="1548000"/>
            <a:ext cx="208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44000" y="1548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목록 1~3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2000" y="1872000"/>
            <a:ext cx="504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2000" y="1872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936000" y="1872000"/>
            <a:ext cx="10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6000" y="1872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2016000" y="1872000"/>
            <a:ext cx="424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016000" y="1872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추가: 역할별 홈 4종(HM-01~04), [기사 배정]·배정 대기 목록·접수 경로 안내(접수·완료)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4000" y="1872000"/>
            <a:ext cx="19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64000" y="1872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8244000" y="1872000"/>
            <a:ext cx="208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44000" y="1872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SC-07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000" y="2196000"/>
            <a:ext cx="50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2000" y="2196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46" name="Rectangle 45"/>
          <p:cNvSpPr/>
          <p:nvPr/>
        </p:nvSpPr>
        <p:spPr>
          <a:xfrm>
            <a:off x="936000" y="2196000"/>
            <a:ext cx="10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36000" y="2196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/>
            </a:r>
          </a:p>
        </p:txBody>
      </p:sp>
      <p:sp>
        <p:nvSpPr>
          <p:cNvPr id="48" name="Rectangle 47"/>
          <p:cNvSpPr/>
          <p:nvPr/>
        </p:nvSpPr>
        <p:spPr>
          <a:xfrm>
            <a:off x="2016000" y="2196000"/>
            <a:ext cx="424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016000" y="2196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추가: 고객사·사업장 상세(출동 요약·출동 이력), 장비 상세 출동 요약·출동 이력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4000" y="2196000"/>
            <a:ext cx="19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64000" y="2196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52" name="Rectangle 51"/>
          <p:cNvSpPr/>
          <p:nvPr/>
        </p:nvSpPr>
        <p:spPr>
          <a:xfrm>
            <a:off x="8244000" y="2196000"/>
            <a:ext cx="208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244000" y="2196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SC-02 · SC-04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2000" y="2520000"/>
            <a:ext cx="504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32000" y="2520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56" name="Rectangle 55"/>
          <p:cNvSpPr/>
          <p:nvPr/>
        </p:nvSpPr>
        <p:spPr>
          <a:xfrm>
            <a:off x="936000" y="2520000"/>
            <a:ext cx="10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36000" y="2520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/>
            </a:r>
          </a:p>
        </p:txBody>
      </p:sp>
      <p:sp>
        <p:nvSpPr>
          <p:cNvPr id="58" name="Rectangle 57"/>
          <p:cNvSpPr/>
          <p:nvPr/>
        </p:nvSpPr>
        <p:spPr>
          <a:xfrm>
            <a:off x="2016000" y="2520000"/>
            <a:ext cx="424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016000" y="2520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추가: 승인 화면(승인 요청 요약), 재고 이동, 리포트·대시보드 탭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64000" y="2520000"/>
            <a:ext cx="19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64000" y="2520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62" name="Rectangle 61"/>
          <p:cNvSpPr/>
          <p:nvPr/>
        </p:nvSpPr>
        <p:spPr>
          <a:xfrm>
            <a:off x="8244000" y="2520000"/>
            <a:ext cx="208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244000" y="2520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SC-10 · 12 · 15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2000" y="2844000"/>
            <a:ext cx="50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32000" y="2844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66" name="Rectangle 65"/>
          <p:cNvSpPr/>
          <p:nvPr/>
        </p:nvSpPr>
        <p:spPr>
          <a:xfrm>
            <a:off x="936000" y="2844000"/>
            <a:ext cx="10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36000" y="2844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/>
            </a:r>
          </a:p>
        </p:txBody>
      </p:sp>
      <p:sp>
        <p:nvSpPr>
          <p:cNvPr id="68" name="Rectangle 67"/>
          <p:cNvSpPr/>
          <p:nvPr/>
        </p:nvSpPr>
        <p:spPr>
          <a:xfrm>
            <a:off x="2016000" y="2844000"/>
            <a:ext cx="424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016000" y="2844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변경: 접수 작성 팝업(카드·중복 경고 문구·제목 기본값), 출동 하이라이트 동적 작업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64000" y="2844000"/>
            <a:ext cx="19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264000" y="2844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72" name="Rectangle 71"/>
          <p:cNvSpPr/>
          <p:nvPr/>
        </p:nvSpPr>
        <p:spPr>
          <a:xfrm>
            <a:off x="8244000" y="2844000"/>
            <a:ext cx="208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244000" y="2844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SC-01 · SC-09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32000" y="3168000"/>
            <a:ext cx="504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32000" y="3168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76" name="Rectangle 75"/>
          <p:cNvSpPr/>
          <p:nvPr/>
        </p:nvSpPr>
        <p:spPr>
          <a:xfrm>
            <a:off x="936000" y="3168000"/>
            <a:ext cx="10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36000" y="3168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/>
            </a:r>
          </a:p>
        </p:txBody>
      </p:sp>
      <p:sp>
        <p:nvSpPr>
          <p:cNvPr id="78" name="Rectangle 77"/>
          <p:cNvSpPr/>
          <p:nvPr/>
        </p:nvSpPr>
        <p:spPr>
          <a:xfrm>
            <a:off x="2016000" y="3168000"/>
            <a:ext cx="424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016000" y="3168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캡처: 모든 화면을 실제 사용자(이서연·김병철·최민호)로 다시 캡처(승인 화면만 관리자)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64000" y="3168000"/>
            <a:ext cx="19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264000" y="3168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82" name="Rectangle 81"/>
          <p:cNvSpPr/>
          <p:nvPr/>
        </p:nvSpPr>
        <p:spPr>
          <a:xfrm>
            <a:off x="8244000" y="3168000"/>
            <a:ext cx="208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244000" y="3168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2026-10-18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32000" y="3492000"/>
            <a:ext cx="50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32000" y="3492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86" name="Rectangle 85"/>
          <p:cNvSpPr/>
          <p:nvPr/>
        </p:nvSpPr>
        <p:spPr>
          <a:xfrm>
            <a:off x="936000" y="3492000"/>
            <a:ext cx="10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36000" y="3492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/>
            </a:r>
          </a:p>
        </p:txBody>
      </p:sp>
      <p:sp>
        <p:nvSpPr>
          <p:cNvPr id="88" name="Rectangle 87"/>
          <p:cNvSpPr/>
          <p:nvPr/>
        </p:nvSpPr>
        <p:spPr>
          <a:xfrm>
            <a:off x="2016000" y="3492000"/>
            <a:ext cx="424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2016000" y="3492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90" name="Rectangle 89"/>
          <p:cNvSpPr/>
          <p:nvPr/>
        </p:nvSpPr>
        <p:spPr>
          <a:xfrm>
            <a:off x="6264000" y="3492000"/>
            <a:ext cx="19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264000" y="3492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92" name="Rectangle 91"/>
          <p:cNvSpPr/>
          <p:nvPr/>
        </p:nvSpPr>
        <p:spPr>
          <a:xfrm>
            <a:off x="8244000" y="3492000"/>
            <a:ext cx="208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244000" y="3492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94" name="Rectangle 93"/>
          <p:cNvSpPr/>
          <p:nvPr/>
        </p:nvSpPr>
        <p:spPr>
          <a:xfrm>
            <a:off x="432000" y="3816000"/>
            <a:ext cx="504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432000" y="3816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96" name="Rectangle 95"/>
          <p:cNvSpPr/>
          <p:nvPr/>
        </p:nvSpPr>
        <p:spPr>
          <a:xfrm>
            <a:off x="936000" y="3816000"/>
            <a:ext cx="10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36000" y="3816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/>
            </a:r>
          </a:p>
        </p:txBody>
      </p:sp>
      <p:sp>
        <p:nvSpPr>
          <p:cNvPr id="98" name="Rectangle 97"/>
          <p:cNvSpPr/>
          <p:nvPr/>
        </p:nvSpPr>
        <p:spPr>
          <a:xfrm>
            <a:off x="2016000" y="3816000"/>
            <a:ext cx="424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2016000" y="3816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00" name="Rectangle 99"/>
          <p:cNvSpPr/>
          <p:nvPr/>
        </p:nvSpPr>
        <p:spPr>
          <a:xfrm>
            <a:off x="6264000" y="3816000"/>
            <a:ext cx="19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264000" y="3816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02" name="Rectangle 101"/>
          <p:cNvSpPr/>
          <p:nvPr/>
        </p:nvSpPr>
        <p:spPr>
          <a:xfrm>
            <a:off x="8244000" y="3816000"/>
            <a:ext cx="208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8244000" y="3816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04" name="Rectangle 103"/>
          <p:cNvSpPr/>
          <p:nvPr/>
        </p:nvSpPr>
        <p:spPr>
          <a:xfrm>
            <a:off x="432000" y="4140000"/>
            <a:ext cx="50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32000" y="4140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06" name="Rectangle 105"/>
          <p:cNvSpPr/>
          <p:nvPr/>
        </p:nvSpPr>
        <p:spPr>
          <a:xfrm>
            <a:off x="936000" y="4140000"/>
            <a:ext cx="10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936000" y="4140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/>
            </a:r>
          </a:p>
        </p:txBody>
      </p:sp>
      <p:sp>
        <p:nvSpPr>
          <p:cNvPr id="108" name="Rectangle 107"/>
          <p:cNvSpPr/>
          <p:nvPr/>
        </p:nvSpPr>
        <p:spPr>
          <a:xfrm>
            <a:off x="2016000" y="4140000"/>
            <a:ext cx="424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2016000" y="4140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10" name="Rectangle 109"/>
          <p:cNvSpPr/>
          <p:nvPr/>
        </p:nvSpPr>
        <p:spPr>
          <a:xfrm>
            <a:off x="6264000" y="4140000"/>
            <a:ext cx="19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6264000" y="4140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12" name="Rectangle 111"/>
          <p:cNvSpPr/>
          <p:nvPr/>
        </p:nvSpPr>
        <p:spPr>
          <a:xfrm>
            <a:off x="8244000" y="4140000"/>
            <a:ext cx="208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8244000" y="4140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14" name="Rectangle 113"/>
          <p:cNvSpPr/>
          <p:nvPr/>
        </p:nvSpPr>
        <p:spPr>
          <a:xfrm>
            <a:off x="432000" y="4464000"/>
            <a:ext cx="504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432000" y="4464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16" name="Rectangle 115"/>
          <p:cNvSpPr/>
          <p:nvPr/>
        </p:nvSpPr>
        <p:spPr>
          <a:xfrm>
            <a:off x="936000" y="4464000"/>
            <a:ext cx="10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936000" y="4464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/>
            </a:r>
          </a:p>
        </p:txBody>
      </p:sp>
      <p:sp>
        <p:nvSpPr>
          <p:cNvPr id="118" name="Rectangle 117"/>
          <p:cNvSpPr/>
          <p:nvPr/>
        </p:nvSpPr>
        <p:spPr>
          <a:xfrm>
            <a:off x="2016000" y="4464000"/>
            <a:ext cx="424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2016000" y="4464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20" name="Rectangle 119"/>
          <p:cNvSpPr/>
          <p:nvPr/>
        </p:nvSpPr>
        <p:spPr>
          <a:xfrm>
            <a:off x="6264000" y="4464000"/>
            <a:ext cx="19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6264000" y="4464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22" name="Rectangle 121"/>
          <p:cNvSpPr/>
          <p:nvPr/>
        </p:nvSpPr>
        <p:spPr>
          <a:xfrm>
            <a:off x="8244000" y="4464000"/>
            <a:ext cx="208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8244000" y="4464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24" name="Rectangle 123"/>
          <p:cNvSpPr/>
          <p:nvPr/>
        </p:nvSpPr>
        <p:spPr>
          <a:xfrm>
            <a:off x="432000" y="4788000"/>
            <a:ext cx="50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432000" y="4788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26" name="Rectangle 125"/>
          <p:cNvSpPr/>
          <p:nvPr/>
        </p:nvSpPr>
        <p:spPr>
          <a:xfrm>
            <a:off x="936000" y="4788000"/>
            <a:ext cx="10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936000" y="4788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/>
            </a:r>
          </a:p>
        </p:txBody>
      </p:sp>
      <p:sp>
        <p:nvSpPr>
          <p:cNvPr id="128" name="Rectangle 127"/>
          <p:cNvSpPr/>
          <p:nvPr/>
        </p:nvSpPr>
        <p:spPr>
          <a:xfrm>
            <a:off x="2016000" y="4788000"/>
            <a:ext cx="424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2016000" y="4788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30" name="Rectangle 129"/>
          <p:cNvSpPr/>
          <p:nvPr/>
        </p:nvSpPr>
        <p:spPr>
          <a:xfrm>
            <a:off x="6264000" y="4788000"/>
            <a:ext cx="19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6264000" y="4788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32" name="Rectangle 131"/>
          <p:cNvSpPr/>
          <p:nvPr/>
        </p:nvSpPr>
        <p:spPr>
          <a:xfrm>
            <a:off x="8244000" y="4788000"/>
            <a:ext cx="208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8244000" y="4788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34" name="Rectangle 133"/>
          <p:cNvSpPr/>
          <p:nvPr/>
        </p:nvSpPr>
        <p:spPr>
          <a:xfrm>
            <a:off x="432000" y="5112000"/>
            <a:ext cx="504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432000" y="5112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36" name="Rectangle 135"/>
          <p:cNvSpPr/>
          <p:nvPr/>
        </p:nvSpPr>
        <p:spPr>
          <a:xfrm>
            <a:off x="936000" y="5112000"/>
            <a:ext cx="10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936000" y="5112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/>
            </a:r>
          </a:p>
        </p:txBody>
      </p:sp>
      <p:sp>
        <p:nvSpPr>
          <p:cNvPr id="138" name="Rectangle 137"/>
          <p:cNvSpPr/>
          <p:nvPr/>
        </p:nvSpPr>
        <p:spPr>
          <a:xfrm>
            <a:off x="2016000" y="5112000"/>
            <a:ext cx="424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2016000" y="5112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40" name="Rectangle 139"/>
          <p:cNvSpPr/>
          <p:nvPr/>
        </p:nvSpPr>
        <p:spPr>
          <a:xfrm>
            <a:off x="6264000" y="5112000"/>
            <a:ext cx="19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6264000" y="5112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42" name="Rectangle 141"/>
          <p:cNvSpPr/>
          <p:nvPr/>
        </p:nvSpPr>
        <p:spPr>
          <a:xfrm>
            <a:off x="8244000" y="5112000"/>
            <a:ext cx="208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8244000" y="5112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44" name="Rectangle 143"/>
          <p:cNvSpPr/>
          <p:nvPr/>
        </p:nvSpPr>
        <p:spPr>
          <a:xfrm>
            <a:off x="432000" y="5436000"/>
            <a:ext cx="50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432000" y="5436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46" name="Rectangle 145"/>
          <p:cNvSpPr/>
          <p:nvPr/>
        </p:nvSpPr>
        <p:spPr>
          <a:xfrm>
            <a:off x="936000" y="5436000"/>
            <a:ext cx="10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936000" y="5436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/>
            </a:r>
          </a:p>
        </p:txBody>
      </p:sp>
      <p:sp>
        <p:nvSpPr>
          <p:cNvPr id="148" name="Rectangle 147"/>
          <p:cNvSpPr/>
          <p:nvPr/>
        </p:nvSpPr>
        <p:spPr>
          <a:xfrm>
            <a:off x="2016000" y="5436000"/>
            <a:ext cx="424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2016000" y="5436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50" name="Rectangle 149"/>
          <p:cNvSpPr/>
          <p:nvPr/>
        </p:nvSpPr>
        <p:spPr>
          <a:xfrm>
            <a:off x="6264000" y="5436000"/>
            <a:ext cx="19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6264000" y="5436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52" name="Rectangle 151"/>
          <p:cNvSpPr/>
          <p:nvPr/>
        </p:nvSpPr>
        <p:spPr>
          <a:xfrm>
            <a:off x="8244000" y="5436000"/>
            <a:ext cx="208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8244000" y="5436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54" name="Rectangle 153"/>
          <p:cNvSpPr/>
          <p:nvPr/>
        </p:nvSpPr>
        <p:spPr>
          <a:xfrm>
            <a:off x="432000" y="5760000"/>
            <a:ext cx="504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432000" y="5760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56" name="Rectangle 155"/>
          <p:cNvSpPr/>
          <p:nvPr/>
        </p:nvSpPr>
        <p:spPr>
          <a:xfrm>
            <a:off x="936000" y="5760000"/>
            <a:ext cx="10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936000" y="5760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/>
            </a:r>
          </a:p>
        </p:txBody>
      </p:sp>
      <p:sp>
        <p:nvSpPr>
          <p:cNvPr id="158" name="Rectangle 157"/>
          <p:cNvSpPr/>
          <p:nvPr/>
        </p:nvSpPr>
        <p:spPr>
          <a:xfrm>
            <a:off x="2016000" y="5760000"/>
            <a:ext cx="424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2016000" y="5760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60" name="Rectangle 159"/>
          <p:cNvSpPr/>
          <p:nvPr/>
        </p:nvSpPr>
        <p:spPr>
          <a:xfrm>
            <a:off x="6264000" y="5760000"/>
            <a:ext cx="19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6264000" y="5760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62" name="Rectangle 161"/>
          <p:cNvSpPr/>
          <p:nvPr/>
        </p:nvSpPr>
        <p:spPr>
          <a:xfrm>
            <a:off x="8244000" y="5760000"/>
            <a:ext cx="208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8244000" y="5760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64" name="Rectangle 163"/>
          <p:cNvSpPr/>
          <p:nvPr/>
        </p:nvSpPr>
        <p:spPr>
          <a:xfrm>
            <a:off x="432000" y="6084000"/>
            <a:ext cx="50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432000" y="6084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66" name="Rectangle 165"/>
          <p:cNvSpPr/>
          <p:nvPr/>
        </p:nvSpPr>
        <p:spPr>
          <a:xfrm>
            <a:off x="936000" y="6084000"/>
            <a:ext cx="10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936000" y="6084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/>
            </a:r>
          </a:p>
        </p:txBody>
      </p:sp>
      <p:sp>
        <p:nvSpPr>
          <p:cNvPr id="168" name="Rectangle 167"/>
          <p:cNvSpPr/>
          <p:nvPr/>
        </p:nvSpPr>
        <p:spPr>
          <a:xfrm>
            <a:off x="2016000" y="6084000"/>
            <a:ext cx="424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2016000" y="6084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70" name="Rectangle 169"/>
          <p:cNvSpPr/>
          <p:nvPr/>
        </p:nvSpPr>
        <p:spPr>
          <a:xfrm>
            <a:off x="6264000" y="6084000"/>
            <a:ext cx="19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6264000" y="6084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72" name="Rectangle 171"/>
          <p:cNvSpPr/>
          <p:nvPr/>
        </p:nvSpPr>
        <p:spPr>
          <a:xfrm>
            <a:off x="8244000" y="6084000"/>
            <a:ext cx="208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8244000" y="6084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74" name="Rectangle 173"/>
          <p:cNvSpPr/>
          <p:nvPr/>
        </p:nvSpPr>
        <p:spPr>
          <a:xfrm>
            <a:off x="432000" y="6408000"/>
            <a:ext cx="504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432000" y="6408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76" name="Rectangle 175"/>
          <p:cNvSpPr/>
          <p:nvPr/>
        </p:nvSpPr>
        <p:spPr>
          <a:xfrm>
            <a:off x="936000" y="6408000"/>
            <a:ext cx="10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936000" y="6408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/>
            </a:r>
          </a:p>
        </p:txBody>
      </p:sp>
      <p:sp>
        <p:nvSpPr>
          <p:cNvPr id="178" name="Rectangle 177"/>
          <p:cNvSpPr/>
          <p:nvPr/>
        </p:nvSpPr>
        <p:spPr>
          <a:xfrm>
            <a:off x="2016000" y="6408000"/>
            <a:ext cx="424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2016000" y="6408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80" name="Rectangle 179"/>
          <p:cNvSpPr/>
          <p:nvPr/>
        </p:nvSpPr>
        <p:spPr>
          <a:xfrm>
            <a:off x="6264000" y="6408000"/>
            <a:ext cx="19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6264000" y="6408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82" name="Rectangle 181"/>
          <p:cNvSpPr/>
          <p:nvPr/>
        </p:nvSpPr>
        <p:spPr>
          <a:xfrm>
            <a:off x="8244000" y="6408000"/>
            <a:ext cx="208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8244000" y="6408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84" name="Rectangle 183"/>
          <p:cNvSpPr/>
          <p:nvPr/>
        </p:nvSpPr>
        <p:spPr>
          <a:xfrm>
            <a:off x="432000" y="6732000"/>
            <a:ext cx="50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432000" y="6732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86" name="Rectangle 185"/>
          <p:cNvSpPr/>
          <p:nvPr/>
        </p:nvSpPr>
        <p:spPr>
          <a:xfrm>
            <a:off x="936000" y="6732000"/>
            <a:ext cx="10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936000" y="6732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/>
            </a:r>
          </a:p>
        </p:txBody>
      </p:sp>
      <p:sp>
        <p:nvSpPr>
          <p:cNvPr id="188" name="Rectangle 187"/>
          <p:cNvSpPr/>
          <p:nvPr/>
        </p:nvSpPr>
        <p:spPr>
          <a:xfrm>
            <a:off x="2016000" y="6732000"/>
            <a:ext cx="424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2016000" y="6732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90" name="Rectangle 189"/>
          <p:cNvSpPr/>
          <p:nvPr/>
        </p:nvSpPr>
        <p:spPr>
          <a:xfrm>
            <a:off x="6264000" y="6732000"/>
            <a:ext cx="19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6264000" y="6732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92" name="Rectangle 191"/>
          <p:cNvSpPr/>
          <p:nvPr/>
        </p:nvSpPr>
        <p:spPr>
          <a:xfrm>
            <a:off x="8244000" y="6732000"/>
            <a:ext cx="208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8244000" y="6732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288000" y="7246093"/>
            <a:ext cx="7200000" cy="195814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dirty="0">
                <a:solidFill>
                  <a:srgbClr val="7F7F7F"/>
                </a:solidFill>
                <a:latin typeface="맑은 고딕"/>
              </a:rPr>
              <a:t>한결공조 AS 관리 시스템</a:t>
            </a:r>
            <a:r>
              <a:rPr sz="800" b="0" dirty="0" err="1">
                <a:solidFill>
                  <a:srgbClr val="7F7F7F"/>
                </a:solidFill>
                <a:latin typeface="맑은 고딕"/>
              </a:rPr>
              <a:t>  |  </a:t>
            </a:r>
            <a:r>
              <a:rPr sz="800" b="0" dirty="0">
                <a:solidFill>
                  <a:srgbClr val="7F7F7F"/>
                </a:solidFill>
                <a:latin typeface="맑은 고딕"/>
              </a:rPr>
              <a:t>기능 및 화면 설계서</a:t>
            </a:r>
            <a:r>
              <a:rPr sz="800" b="0" dirty="0" err="1">
                <a:solidFill>
                  <a:srgbClr val="7F7F7F"/>
                </a:solidFill>
                <a:latin typeface="맑은 고딕"/>
              </a:rPr>
              <a:t/>
            </a:r>
            <a:r>
              <a:rPr sz="800" b="0" dirty="0">
                <a:solidFill>
                  <a:srgbClr val="7F7F7F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7F7F7F"/>
                </a:solidFill>
                <a:latin typeface="맑은 고딕"/>
              </a:rPr>
              <a:t/>
            </a:r>
            <a:r>
              <a:rPr sz="800" b="0" dirty="0">
                <a:solidFill>
                  <a:srgbClr val="7F7F7F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7F7F7F"/>
                </a:solidFill>
                <a:latin typeface="맑은 고딕"/>
              </a:rPr>
              <a:t/>
            </a:r>
            <a:r>
              <a:rPr sz="800" b="0" dirty="0">
                <a:solidFill>
                  <a:srgbClr val="7F7F7F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7F7F7F"/>
                </a:solidFill>
                <a:latin typeface="맑은 고딕"/>
              </a:rPr>
              <a:t/>
            </a:r>
            <a:r>
              <a:rPr sz="800" b="0" dirty="0">
                <a:solidFill>
                  <a:srgbClr val="7F7F7F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7F7F7F"/>
                </a:solidFill>
                <a:latin typeface="맑은 고딕"/>
              </a:rPr>
              <a:t/>
            </a:r>
            <a:endParaRPr sz="800" b="0" dirty="0">
              <a:solidFill>
                <a:srgbClr val="7F7F7F"/>
              </a:solidFill>
              <a:latin typeface="맑은 고딕"/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9180000" y="7236000"/>
            <a:ext cx="1224000" cy="21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7F7F7F"/>
                </a:solidFill>
                <a:latin typeface="맑은 고딕"/>
              </a:rPr>
              <a:t>- 2 -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2000" cy="720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0"/>
            <a:ext cx="10080000" cy="72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화면 목록 (1/3) · 요건 정의서 V2.0 SC-01~16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936000"/>
            <a:ext cx="504000" cy="288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2000" y="936000"/>
            <a:ext cx="504000" cy="288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No</a:t>
            </a:r>
          </a:p>
        </p:txBody>
      </p:sp>
      <p:sp>
        <p:nvSpPr>
          <p:cNvPr id="6" name="Rectangle 5"/>
          <p:cNvSpPr/>
          <p:nvPr/>
        </p:nvSpPr>
        <p:spPr>
          <a:xfrm>
            <a:off x="936000" y="936000"/>
            <a:ext cx="1080000" cy="288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6000" y="936000"/>
            <a:ext cx="1080000" cy="288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화면 ID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6000" y="936000"/>
            <a:ext cx="4248000" cy="288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6000" y="936000"/>
            <a:ext cx="4248000" cy="288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화면명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4000" y="936000"/>
            <a:ext cx="1980000" cy="288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4000" y="936000"/>
            <a:ext cx="1980000" cy="288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구현 상태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44000" y="936000"/>
            <a:ext cx="2088000" cy="288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4000" y="936000"/>
            <a:ext cx="2088000" cy="288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대상 사용자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1224000"/>
            <a:ext cx="504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2000" y="1224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6000" y="1224000"/>
            <a:ext cx="10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6000" y="1224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6000" y="1224000"/>
            <a:ext cx="424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016000" y="1224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통합 접수 (검색·보증·이력·미수)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4000" y="1224000"/>
            <a:ext cx="19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64000" y="1224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구현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44000" y="1224000"/>
            <a:ext cx="208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44000" y="1224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상담원 · 관리자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1548000"/>
            <a:ext cx="50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2000" y="1548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6000" y="1548000"/>
            <a:ext cx="10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6000" y="1548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SC-02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6000" y="1548000"/>
            <a:ext cx="424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016000" y="1548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고객사·사업장 등록 (개인사업자 분기)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4000" y="1548000"/>
            <a:ext cx="19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64000" y="1548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구현 (사업장 자동 생성 없음)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44000" y="1548000"/>
            <a:ext cx="208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44000" y="1548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상담원 · 센터장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2000" y="1872000"/>
            <a:ext cx="504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2000" y="1872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6000" y="1872000"/>
            <a:ext cx="10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6000" y="1872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SC-03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16000" y="1872000"/>
            <a:ext cx="424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016000" y="1872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미등록 장비 등록 (ERP 출하 조회)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4000" y="1872000"/>
            <a:ext cx="19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64000" y="1872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표준 대체 (IF-05 범위 밖)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44000" y="1872000"/>
            <a:ext cx="208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44000" y="1872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상담원 · 센터장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000" y="2196000"/>
            <a:ext cx="50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2000" y="2196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36000" y="2196000"/>
            <a:ext cx="10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36000" y="2196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SC-04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16000" y="2196000"/>
            <a:ext cx="424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016000" y="2196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장비 상세 (부품별 보증·근거·이력)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4000" y="2196000"/>
            <a:ext cx="19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64000" y="2196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구현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44000" y="2196000"/>
            <a:ext cx="208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244000" y="2196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상담원 · 센터장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2000" y="2520000"/>
            <a:ext cx="504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32000" y="2520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6000" y="2520000"/>
            <a:ext cx="10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36000" y="2520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SC-05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16000" y="2520000"/>
            <a:ext cx="424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016000" y="2520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설치 정보 등록 (확인서 대리 입력)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64000" y="2520000"/>
            <a:ext cx="19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64000" y="2520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표준 대체 (장비 편집)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44000" y="2520000"/>
            <a:ext cx="208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244000" y="2520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상담원 · 센터장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2000" y="2844000"/>
            <a:ext cx="50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32000" y="2844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36000" y="2844000"/>
            <a:ext cx="10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36000" y="2844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SC-06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16000" y="2844000"/>
            <a:ext cx="424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016000" y="2844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보증 기준일 정정 요청·승인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64000" y="2844000"/>
            <a:ext cx="19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264000" y="2844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표준 대체 (승인 프로세스 AP2)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244000" y="2844000"/>
            <a:ext cx="208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244000" y="2844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센터장 · 관리자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32000" y="3168000"/>
            <a:ext cx="504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32000" y="3168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36000" y="3168000"/>
            <a:ext cx="10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36000" y="3168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SC-07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016000" y="3168000"/>
            <a:ext cx="424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016000" y="3168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배정 보드 (SLA 순)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64000" y="3168000"/>
            <a:ext cx="19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264000" y="3168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부분 (목록 보기 + [기사 배정] / SLA 순 정렬·기사 일정·자격 없음)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244000" y="3168000"/>
            <a:ext cx="208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244000" y="3168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센터장 · 관리자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32000" y="3492000"/>
            <a:ext cx="50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32000" y="3492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8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36000" y="3492000"/>
            <a:ext cx="10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36000" y="3492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SC-08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016000" y="3492000"/>
            <a:ext cx="424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2016000" y="3492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내 출동 목록 (수락/거절)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264000" y="3492000"/>
            <a:ext cx="19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264000" y="3492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표준 대체 (기사 홈 목록 보기)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244000" y="3492000"/>
            <a:ext cx="208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244000" y="3492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협력 기사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32000" y="3816000"/>
            <a:ext cx="504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432000" y="3816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9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36000" y="3816000"/>
            <a:ext cx="10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36000" y="3816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SC-09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016000" y="3816000"/>
            <a:ext cx="424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2016000" y="3816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출동 작업 입력 (부품·판정·사진·서명)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264000" y="3816000"/>
            <a:ext cx="19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264000" y="3816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구현 (사진·서명 제외, 데스크톱)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244000" y="3816000"/>
            <a:ext cx="208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8244000" y="3816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협력 기사 · 센터장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32000" y="4140000"/>
            <a:ext cx="50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32000" y="4140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10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36000" y="4140000"/>
            <a:ext cx="10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936000" y="4140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SC-10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016000" y="4140000"/>
            <a:ext cx="424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2016000" y="4140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승인 (예외 무상·고액 유상)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264000" y="4140000"/>
            <a:ext cx="19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6264000" y="4140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구현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244000" y="4140000"/>
            <a:ext cx="208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8244000" y="4140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기사(요청) · 센터장(승인)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32000" y="4464000"/>
            <a:ext cx="504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432000" y="4464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11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36000" y="4464000"/>
            <a:ext cx="10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936000" y="4464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SC-11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016000" y="4464000"/>
            <a:ext cx="424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2016000" y="4464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월말 정산 (청구·현장 결제·미수)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264000" y="4464000"/>
            <a:ext cx="19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6264000" y="4464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범위 밖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244000" y="4464000"/>
            <a:ext cx="208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8244000" y="4464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—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32000" y="4788000"/>
            <a:ext cx="50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432000" y="4788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12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936000" y="4788000"/>
            <a:ext cx="10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936000" y="4788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SC-12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016000" y="4788000"/>
            <a:ext cx="424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2016000" y="4788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운영 대시보드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264000" y="4788000"/>
            <a:ext cx="19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6264000" y="4788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구현 (리포트 4 · 대시보드 1)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244000" y="4788000"/>
            <a:ext cx="208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8244000" y="4788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센터장 · 관리자 · 상담원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32000" y="5112000"/>
            <a:ext cx="504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432000" y="5112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13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36000" y="5112000"/>
            <a:ext cx="10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936000" y="5112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SC-13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016000" y="5112000"/>
            <a:ext cx="424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2016000" y="5112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기준값 관리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264000" y="5112000"/>
            <a:ext cx="19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6264000" y="5112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표준 대체 (Custom Metadata 설정)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244000" y="5112000"/>
            <a:ext cx="208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8244000" y="5112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관리자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432000" y="5436000"/>
            <a:ext cx="50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432000" y="5436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14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936000" y="5436000"/>
            <a:ext cx="10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936000" y="5436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SC-14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2016000" y="5436000"/>
            <a:ext cx="424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2016000" y="5436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방문 일정 캘린더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264000" y="5436000"/>
            <a:ext cx="19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6264000" y="5436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범위 밖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8244000" y="5436000"/>
            <a:ext cx="208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8244000" y="5436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—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32000" y="5760000"/>
            <a:ext cx="504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432000" y="5760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15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936000" y="5760000"/>
            <a:ext cx="10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936000" y="5760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SC-15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016000" y="5760000"/>
            <a:ext cx="424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2016000" y="5760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내 차량 재고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6264000" y="5760000"/>
            <a:ext cx="19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6264000" y="5760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표준 대체 (목록 보기 · 재고 이동)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8244000" y="5760000"/>
            <a:ext cx="208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8244000" y="5760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협력 기사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432000" y="6084000"/>
            <a:ext cx="50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432000" y="6084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16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936000" y="6084000"/>
            <a:ext cx="10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936000" y="6084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SC-16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2016000" y="6084000"/>
            <a:ext cx="424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2016000" y="6084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장비 QR (선택)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6264000" y="6084000"/>
            <a:ext cx="19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6264000" y="6084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범위 밖 (다음 단계 후보)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8244000" y="6084000"/>
            <a:ext cx="208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8244000" y="6084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—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432000" y="6408000"/>
            <a:ext cx="504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432000" y="6408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76" name="Rectangle 175"/>
          <p:cNvSpPr/>
          <p:nvPr/>
        </p:nvSpPr>
        <p:spPr>
          <a:xfrm>
            <a:off x="936000" y="6408000"/>
            <a:ext cx="10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936000" y="6408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/>
            </a:r>
          </a:p>
        </p:txBody>
      </p:sp>
      <p:sp>
        <p:nvSpPr>
          <p:cNvPr id="178" name="Rectangle 177"/>
          <p:cNvSpPr/>
          <p:nvPr/>
        </p:nvSpPr>
        <p:spPr>
          <a:xfrm>
            <a:off x="2016000" y="6408000"/>
            <a:ext cx="424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2016000" y="6408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80" name="Rectangle 179"/>
          <p:cNvSpPr/>
          <p:nvPr/>
        </p:nvSpPr>
        <p:spPr>
          <a:xfrm>
            <a:off x="6264000" y="6408000"/>
            <a:ext cx="19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6264000" y="6408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82" name="Rectangle 181"/>
          <p:cNvSpPr/>
          <p:nvPr/>
        </p:nvSpPr>
        <p:spPr>
          <a:xfrm>
            <a:off x="8244000" y="6408000"/>
            <a:ext cx="208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8244000" y="6408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84" name="Rectangle 183"/>
          <p:cNvSpPr/>
          <p:nvPr/>
        </p:nvSpPr>
        <p:spPr>
          <a:xfrm>
            <a:off x="432000" y="6732000"/>
            <a:ext cx="50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432000" y="6732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86" name="Rectangle 185"/>
          <p:cNvSpPr/>
          <p:nvPr/>
        </p:nvSpPr>
        <p:spPr>
          <a:xfrm>
            <a:off x="936000" y="6732000"/>
            <a:ext cx="10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936000" y="6732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/>
            </a:r>
          </a:p>
        </p:txBody>
      </p:sp>
      <p:sp>
        <p:nvSpPr>
          <p:cNvPr id="188" name="Rectangle 187"/>
          <p:cNvSpPr/>
          <p:nvPr/>
        </p:nvSpPr>
        <p:spPr>
          <a:xfrm>
            <a:off x="2016000" y="6732000"/>
            <a:ext cx="424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2016000" y="6732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90" name="Rectangle 189"/>
          <p:cNvSpPr/>
          <p:nvPr/>
        </p:nvSpPr>
        <p:spPr>
          <a:xfrm>
            <a:off x="6264000" y="6732000"/>
            <a:ext cx="19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6264000" y="6732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92" name="Rectangle 191"/>
          <p:cNvSpPr/>
          <p:nvPr/>
        </p:nvSpPr>
        <p:spPr>
          <a:xfrm>
            <a:off x="8244000" y="6732000"/>
            <a:ext cx="208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8244000" y="6732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288000" y="7246093"/>
            <a:ext cx="7200000" cy="195814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dirty="0">
                <a:solidFill>
                  <a:srgbClr val="7F7F7F"/>
                </a:solidFill>
                <a:latin typeface="맑은 고딕"/>
              </a:rPr>
              <a:t>한결공조 AS 관리 시스템</a:t>
            </a:r>
            <a:r>
              <a:rPr sz="800" b="0" dirty="0" err="1">
                <a:solidFill>
                  <a:srgbClr val="7F7F7F"/>
                </a:solidFill>
                <a:latin typeface="맑은 고딕"/>
              </a:rPr>
              <a:t>  |  </a:t>
            </a:r>
            <a:r>
              <a:rPr sz="800" b="0" dirty="0">
                <a:solidFill>
                  <a:srgbClr val="7F7F7F"/>
                </a:solidFill>
                <a:latin typeface="맑은 고딕"/>
              </a:rPr>
              <a:t>기능 및 화면 설계서</a:t>
            </a:r>
            <a:r>
              <a:rPr sz="800" b="0" dirty="0" err="1">
                <a:solidFill>
                  <a:srgbClr val="7F7F7F"/>
                </a:solidFill>
                <a:latin typeface="맑은 고딕"/>
              </a:rPr>
              <a:t/>
            </a:r>
            <a:r>
              <a:rPr sz="800" b="0" dirty="0">
                <a:solidFill>
                  <a:srgbClr val="7F7F7F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7F7F7F"/>
                </a:solidFill>
                <a:latin typeface="맑은 고딕"/>
              </a:rPr>
              <a:t/>
            </a:r>
            <a:r>
              <a:rPr sz="800" b="0" dirty="0">
                <a:solidFill>
                  <a:srgbClr val="7F7F7F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7F7F7F"/>
                </a:solidFill>
                <a:latin typeface="맑은 고딕"/>
              </a:rPr>
              <a:t/>
            </a:r>
            <a:r>
              <a:rPr sz="800" b="0" dirty="0">
                <a:solidFill>
                  <a:srgbClr val="7F7F7F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7F7F7F"/>
                </a:solidFill>
                <a:latin typeface="맑은 고딕"/>
              </a:rPr>
              <a:t/>
            </a:r>
            <a:r>
              <a:rPr sz="800" b="0" dirty="0">
                <a:solidFill>
                  <a:srgbClr val="7F7F7F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7F7F7F"/>
                </a:solidFill>
                <a:latin typeface="맑은 고딕"/>
              </a:rPr>
              <a:t/>
            </a:r>
            <a:endParaRPr sz="800" b="0" dirty="0">
              <a:solidFill>
                <a:srgbClr val="7F7F7F"/>
              </a:solidFill>
              <a:latin typeface="맑은 고딕"/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9180000" y="7236000"/>
            <a:ext cx="1224000" cy="21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7F7F7F"/>
                </a:solidFill>
                <a:latin typeface="맑은 고딕"/>
              </a:rPr>
              <a:t>- 3 -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2000" cy="720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0"/>
            <a:ext cx="10080000" cy="72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화면 목록 (2/3) · 화면별 상세 장 (쪽 · V1.0 번호 대응)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936000"/>
            <a:ext cx="504000" cy="288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2000" y="936000"/>
            <a:ext cx="504000" cy="288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쪽</a:t>
            </a:r>
          </a:p>
        </p:txBody>
      </p:sp>
      <p:sp>
        <p:nvSpPr>
          <p:cNvPr id="6" name="Rectangle 5"/>
          <p:cNvSpPr/>
          <p:nvPr/>
        </p:nvSpPr>
        <p:spPr>
          <a:xfrm>
            <a:off x="936000" y="936000"/>
            <a:ext cx="1080000" cy="288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6000" y="936000"/>
            <a:ext cx="1080000" cy="288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화면 ID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6000" y="936000"/>
            <a:ext cx="4248000" cy="288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6000" y="936000"/>
            <a:ext cx="4248000" cy="288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화면명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4000" y="936000"/>
            <a:ext cx="1980000" cy="288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4000" y="936000"/>
            <a:ext cx="1980000" cy="288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V1.0 번호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44000" y="936000"/>
            <a:ext cx="2088000" cy="288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4000" y="936000"/>
            <a:ext cx="2088000" cy="288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대상 사용자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1224000"/>
            <a:ext cx="504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2000" y="1224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6000" y="1224000"/>
            <a:ext cx="10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6000" y="1224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HM-01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6000" y="1224000"/>
            <a:ext cx="424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016000" y="1224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상담원 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4000" y="1224000"/>
            <a:ext cx="19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64000" y="1224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신규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44000" y="1224000"/>
            <a:ext cx="208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44000" y="1224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콜센터 상담원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1548000"/>
            <a:ext cx="50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2000" y="1548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6000" y="1548000"/>
            <a:ext cx="10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6000" y="1548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HM-02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6000" y="1548000"/>
            <a:ext cx="424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016000" y="1548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센터장 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4000" y="1548000"/>
            <a:ext cx="19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64000" y="1548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신규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44000" y="1548000"/>
            <a:ext cx="208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44000" y="1548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센터장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2000" y="1872000"/>
            <a:ext cx="504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2000" y="1872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6000" y="1872000"/>
            <a:ext cx="10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6000" y="1872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HM-03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16000" y="1872000"/>
            <a:ext cx="424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016000" y="1872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기사 홈 (= SC-08 내 출동 · SC-15 내 차량 재고)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4000" y="1872000"/>
            <a:ext cx="19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64000" y="1872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신규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44000" y="1872000"/>
            <a:ext cx="208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44000" y="1872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협력 기사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000" y="2196000"/>
            <a:ext cx="50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2000" y="2196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36000" y="2196000"/>
            <a:ext cx="10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36000" y="2196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HM-04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16000" y="2196000"/>
            <a:ext cx="424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016000" y="2196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관리자 홈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4000" y="2196000"/>
            <a:ext cx="19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64000" y="2196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신규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44000" y="2196000"/>
            <a:ext cx="208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244000" y="2196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서비스운영팀장 · 관리자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2000" y="2520000"/>
            <a:ext cx="504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32000" y="2520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10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6000" y="2520000"/>
            <a:ext cx="10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36000" y="2520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SC-01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16000" y="2520000"/>
            <a:ext cx="424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016000" y="2520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통합 접수 (1/5) 장비 검색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64000" y="2520000"/>
            <a:ext cx="19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64000" y="2520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SC-01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44000" y="2520000"/>
            <a:ext cx="208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244000" y="2520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상담원 · 센터장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2000" y="2844000"/>
            <a:ext cx="50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32000" y="2844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11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36000" y="2844000"/>
            <a:ext cx="10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36000" y="2844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SC-01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16000" y="2844000"/>
            <a:ext cx="424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016000" y="2844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통합 접수 (2/5) 장비 요약 팝업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64000" y="2844000"/>
            <a:ext cx="19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264000" y="2844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SC-09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244000" y="2844000"/>
            <a:ext cx="208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244000" y="2844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상담원 · 센터장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32000" y="3168000"/>
            <a:ext cx="504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32000" y="3168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12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36000" y="3168000"/>
            <a:ext cx="10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36000" y="3168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SC-01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016000" y="3168000"/>
            <a:ext cx="424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016000" y="3168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통합 접수 (3/5) 가상 착신 패널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64000" y="3168000"/>
            <a:ext cx="19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264000" y="3168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SC-07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244000" y="3168000"/>
            <a:ext cx="208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244000" y="3168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상담원 · 관리자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32000" y="3492000"/>
            <a:ext cx="50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32000" y="3492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13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36000" y="3492000"/>
            <a:ext cx="10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36000" y="3492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SC-01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016000" y="3492000"/>
            <a:ext cx="424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2016000" y="3492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통합 접수 (4/5) 접수 작성 팝업 · 카드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264000" y="3492000"/>
            <a:ext cx="19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264000" y="3492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SC-08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244000" y="3492000"/>
            <a:ext cx="208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244000" y="3492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상담원 · 관리자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32000" y="3816000"/>
            <a:ext cx="504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432000" y="3816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14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36000" y="3816000"/>
            <a:ext cx="10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36000" y="3816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SC-01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016000" y="3816000"/>
            <a:ext cx="424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2016000" y="3816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통합 접수 (5/5) 중복 경고 · 제목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264000" y="3816000"/>
            <a:ext cx="19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264000" y="3816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SC-08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244000" y="3816000"/>
            <a:ext cx="208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8244000" y="3816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상담원 · 관리자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32000" y="4140000"/>
            <a:ext cx="50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32000" y="4140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15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36000" y="4140000"/>
            <a:ext cx="10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936000" y="4140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SC-02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016000" y="4140000"/>
            <a:ext cx="424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2016000" y="4140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고객사·사업장 (1/5) 고객사 등록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264000" y="4140000"/>
            <a:ext cx="19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6264000" y="4140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SC-06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244000" y="4140000"/>
            <a:ext cx="208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8244000" y="4140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상담원 · 센터장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32000" y="4464000"/>
            <a:ext cx="504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432000" y="4464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16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36000" y="4464000"/>
            <a:ext cx="10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936000" y="4464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SC-02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016000" y="4464000"/>
            <a:ext cx="424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2016000" y="4464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고객사·사업장 (2/5) 사업장 등록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264000" y="4464000"/>
            <a:ext cx="19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6264000" y="4464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SC-05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244000" y="4464000"/>
            <a:ext cx="208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8244000" y="4464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상담원 · 센터장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32000" y="4788000"/>
            <a:ext cx="50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432000" y="4788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17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936000" y="4788000"/>
            <a:ext cx="10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936000" y="4788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SC-02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016000" y="4788000"/>
            <a:ext cx="424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2016000" y="4788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고객사·사업장 (3/5) 주소 검색 (빠른 작업)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264000" y="4788000"/>
            <a:ext cx="19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6264000" y="4788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SC-05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244000" y="4788000"/>
            <a:ext cx="208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8244000" y="4788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상담원 · 센터장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32000" y="5112000"/>
            <a:ext cx="504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432000" y="5112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18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36000" y="5112000"/>
            <a:ext cx="10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936000" y="5112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SC-02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016000" y="5112000"/>
            <a:ext cx="424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2016000" y="5112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고객사·사업장 (4/5) 고객사 상세 · 출동 이력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264000" y="5112000"/>
            <a:ext cx="19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6264000" y="5112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신규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244000" y="5112000"/>
            <a:ext cx="208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8244000" y="5112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상담원 · 센터장 · 관리자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432000" y="5436000"/>
            <a:ext cx="50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432000" y="5436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19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936000" y="5436000"/>
            <a:ext cx="10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936000" y="5436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SC-02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2016000" y="5436000"/>
            <a:ext cx="424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2016000" y="5436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고객사·사업장 (5/5) 사업장 상세 · 출동 이력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264000" y="5436000"/>
            <a:ext cx="19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6264000" y="5436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신규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8244000" y="5436000"/>
            <a:ext cx="208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8244000" y="5436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상담원 · 센터장 · 관리자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32000" y="5760000"/>
            <a:ext cx="504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432000" y="5760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20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936000" y="5760000"/>
            <a:ext cx="10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936000" y="5760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SC-04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016000" y="5760000"/>
            <a:ext cx="424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2016000" y="5760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장비 상세 (1/2) 장비 카드 · 보증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6264000" y="5760000"/>
            <a:ext cx="19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6264000" y="5760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SC-04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8244000" y="5760000"/>
            <a:ext cx="208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8244000" y="5760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상담원 · 센터장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432000" y="6084000"/>
            <a:ext cx="50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432000" y="6084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21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936000" y="6084000"/>
            <a:ext cx="10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936000" y="6084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SC-04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2016000" y="6084000"/>
            <a:ext cx="424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2016000" y="6084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장비 상세 (2/2) 접수 이력 · 출동 요약 · 출동 이력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6264000" y="6084000"/>
            <a:ext cx="19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6264000" y="6084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SC-04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8244000" y="6084000"/>
            <a:ext cx="208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8244000" y="6084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상담원 · 센터장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432000" y="6408000"/>
            <a:ext cx="504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432000" y="6408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22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936000" y="6408000"/>
            <a:ext cx="10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936000" y="6408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SC-07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2016000" y="6408000"/>
            <a:ext cx="424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2016000" y="6408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배정 (1/4) 배정 대기 접수 목록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264000" y="6408000"/>
            <a:ext cx="19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6264000" y="6408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신규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8244000" y="6408000"/>
            <a:ext cx="208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8244000" y="6408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센터장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432000" y="6732000"/>
            <a:ext cx="50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432000" y="6732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23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936000" y="6732000"/>
            <a:ext cx="10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936000" y="6732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SC-07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2016000" y="6732000"/>
            <a:ext cx="424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2016000" y="6732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배정 (2/4) 접수 화면 · 접수 경로 안내 (접수)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6264000" y="6732000"/>
            <a:ext cx="19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6264000" y="6732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신규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8244000" y="6732000"/>
            <a:ext cx="208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8244000" y="6732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센터장 · 상담원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288000" y="7246093"/>
            <a:ext cx="7200000" cy="195814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dirty="0">
                <a:solidFill>
                  <a:srgbClr val="7F7F7F"/>
                </a:solidFill>
                <a:latin typeface="맑은 고딕"/>
              </a:rPr>
              <a:t>한결공조 AS 관리 시스템</a:t>
            </a:r>
            <a:r>
              <a:rPr sz="800" b="0" dirty="0" err="1">
                <a:solidFill>
                  <a:srgbClr val="7F7F7F"/>
                </a:solidFill>
                <a:latin typeface="맑은 고딕"/>
              </a:rPr>
              <a:t>  |  </a:t>
            </a:r>
            <a:r>
              <a:rPr sz="800" b="0" dirty="0">
                <a:solidFill>
                  <a:srgbClr val="7F7F7F"/>
                </a:solidFill>
                <a:latin typeface="맑은 고딕"/>
              </a:rPr>
              <a:t>기능 및 화면 설계서</a:t>
            </a:r>
            <a:r>
              <a:rPr sz="800" b="0" dirty="0" err="1">
                <a:solidFill>
                  <a:srgbClr val="7F7F7F"/>
                </a:solidFill>
                <a:latin typeface="맑은 고딕"/>
              </a:rPr>
              <a:t/>
            </a:r>
            <a:r>
              <a:rPr sz="800" b="0" dirty="0">
                <a:solidFill>
                  <a:srgbClr val="7F7F7F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7F7F7F"/>
                </a:solidFill>
                <a:latin typeface="맑은 고딕"/>
              </a:rPr>
              <a:t/>
            </a:r>
            <a:r>
              <a:rPr sz="800" b="0" dirty="0">
                <a:solidFill>
                  <a:srgbClr val="7F7F7F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7F7F7F"/>
                </a:solidFill>
                <a:latin typeface="맑은 고딕"/>
              </a:rPr>
              <a:t/>
            </a:r>
            <a:r>
              <a:rPr sz="800" b="0" dirty="0">
                <a:solidFill>
                  <a:srgbClr val="7F7F7F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7F7F7F"/>
                </a:solidFill>
                <a:latin typeface="맑은 고딕"/>
              </a:rPr>
              <a:t/>
            </a:r>
            <a:r>
              <a:rPr sz="800" b="0" dirty="0">
                <a:solidFill>
                  <a:srgbClr val="7F7F7F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7F7F7F"/>
                </a:solidFill>
                <a:latin typeface="맑은 고딕"/>
              </a:rPr>
              <a:t/>
            </a:r>
            <a:endParaRPr sz="800" b="0" dirty="0">
              <a:solidFill>
                <a:srgbClr val="7F7F7F"/>
              </a:solidFill>
              <a:latin typeface="맑은 고딕"/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9180000" y="7236000"/>
            <a:ext cx="1224000" cy="21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7F7F7F"/>
                </a:solidFill>
                <a:latin typeface="맑은 고딕"/>
              </a:rPr>
              <a:t>- 4 -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2000" cy="720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0"/>
            <a:ext cx="10080000" cy="72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화면 목록 (3/3) · 화면별 상세 장 (쪽 · V1.0 번호 대응)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936000"/>
            <a:ext cx="504000" cy="288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2000" y="936000"/>
            <a:ext cx="504000" cy="288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쪽</a:t>
            </a:r>
          </a:p>
        </p:txBody>
      </p:sp>
      <p:sp>
        <p:nvSpPr>
          <p:cNvPr id="6" name="Rectangle 5"/>
          <p:cNvSpPr/>
          <p:nvPr/>
        </p:nvSpPr>
        <p:spPr>
          <a:xfrm>
            <a:off x="936000" y="936000"/>
            <a:ext cx="1080000" cy="288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6000" y="936000"/>
            <a:ext cx="1080000" cy="288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화면 ID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6000" y="936000"/>
            <a:ext cx="4248000" cy="288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6000" y="936000"/>
            <a:ext cx="4248000" cy="288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화면명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4000" y="936000"/>
            <a:ext cx="1980000" cy="288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4000" y="936000"/>
            <a:ext cx="1980000" cy="288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V1.0 번호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44000" y="936000"/>
            <a:ext cx="2088000" cy="288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4000" y="936000"/>
            <a:ext cx="2088000" cy="288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대상 사용자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1224000"/>
            <a:ext cx="504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2000" y="1224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6000" y="1224000"/>
            <a:ext cx="10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6000" y="1224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SC-07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6000" y="1224000"/>
            <a:ext cx="424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016000" y="1224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배정 (3/4) [기사 배정]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4000" y="1224000"/>
            <a:ext cx="19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64000" y="1224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신규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44000" y="1224000"/>
            <a:ext cx="208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44000" y="1224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센터장 · 관리자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1548000"/>
            <a:ext cx="50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2000" y="1548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6000" y="1548000"/>
            <a:ext cx="10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6000" y="1548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SC-07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6000" y="1548000"/>
            <a:ext cx="424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016000" y="1548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배정 (4/4) 접수 경로 안내 (완료)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4000" y="1548000"/>
            <a:ext cx="19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64000" y="1548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신규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44000" y="1548000"/>
            <a:ext cx="208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44000" y="1548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센터장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2000" y="1872000"/>
            <a:ext cx="504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2000" y="1872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26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6000" y="1872000"/>
            <a:ext cx="10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6000" y="1872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SC-09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16000" y="1872000"/>
            <a:ext cx="424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016000" y="1872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출동 작업 입력 (사용 부품)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4000" y="1872000"/>
            <a:ext cx="19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64000" y="1872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SC-11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44000" y="1872000"/>
            <a:ext cx="208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44000" y="1872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협력 기사 · 센터장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000" y="2196000"/>
            <a:ext cx="50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2000" y="2196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27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36000" y="2196000"/>
            <a:ext cx="10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36000" y="2196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SC-10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16000" y="2196000"/>
            <a:ext cx="424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016000" y="2196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승인 (1/2) 출동 [승인 요청]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4000" y="2196000"/>
            <a:ext cx="19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64000" y="2196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SC-10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44000" y="2196000"/>
            <a:ext cx="208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244000" y="2196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협력 기사 · 관리자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2000" y="2520000"/>
            <a:ext cx="504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32000" y="2520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28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6000" y="2520000"/>
            <a:ext cx="10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36000" y="2520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SC-10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16000" y="2520000"/>
            <a:ext cx="424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016000" y="2520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승인 (2/2) 승인 화면 (승인 요청 요약)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64000" y="2520000"/>
            <a:ext cx="19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64000" y="2520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신규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44000" y="2520000"/>
            <a:ext cx="208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244000" y="2520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센터장 (승인자) · 관리자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2000" y="2844000"/>
            <a:ext cx="50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32000" y="2844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29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36000" y="2844000"/>
            <a:ext cx="10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36000" y="2844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SC-12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16000" y="2844000"/>
            <a:ext cx="424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016000" y="2844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운영 대시보드 (1/2) 리포트 탭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64000" y="2844000"/>
            <a:ext cx="19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264000" y="2844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신규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244000" y="2844000"/>
            <a:ext cx="208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244000" y="2844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센터장 · 관리자 · 상담원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32000" y="3168000"/>
            <a:ext cx="504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32000" y="3168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30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36000" y="3168000"/>
            <a:ext cx="10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36000" y="3168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SC-12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016000" y="3168000"/>
            <a:ext cx="424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016000" y="3168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운영 대시보드 (2/2) 서비스 운영 현황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64000" y="3168000"/>
            <a:ext cx="19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264000" y="3168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신규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244000" y="3168000"/>
            <a:ext cx="208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244000" y="3168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센터장 · 관리자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32000" y="3492000"/>
            <a:ext cx="50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32000" y="3492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31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36000" y="3492000"/>
            <a:ext cx="10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36000" y="3492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SC-15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016000" y="3492000"/>
            <a:ext cx="424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2016000" y="3492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내 차량 재고 · 재고 이동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264000" y="3492000"/>
            <a:ext cx="19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264000" y="3492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신규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244000" y="3492000"/>
            <a:ext cx="208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244000" y="3492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협력 기사 · 센터장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32000" y="3816000"/>
            <a:ext cx="504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432000" y="3816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96" name="Rectangle 95"/>
          <p:cNvSpPr/>
          <p:nvPr/>
        </p:nvSpPr>
        <p:spPr>
          <a:xfrm>
            <a:off x="936000" y="3816000"/>
            <a:ext cx="10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36000" y="3816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/>
            </a:r>
          </a:p>
        </p:txBody>
      </p:sp>
      <p:sp>
        <p:nvSpPr>
          <p:cNvPr id="98" name="Rectangle 97"/>
          <p:cNvSpPr/>
          <p:nvPr/>
        </p:nvSpPr>
        <p:spPr>
          <a:xfrm>
            <a:off x="2016000" y="3816000"/>
            <a:ext cx="424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2016000" y="3816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00" name="Rectangle 99"/>
          <p:cNvSpPr/>
          <p:nvPr/>
        </p:nvSpPr>
        <p:spPr>
          <a:xfrm>
            <a:off x="6264000" y="3816000"/>
            <a:ext cx="19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264000" y="3816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02" name="Rectangle 101"/>
          <p:cNvSpPr/>
          <p:nvPr/>
        </p:nvSpPr>
        <p:spPr>
          <a:xfrm>
            <a:off x="8244000" y="3816000"/>
            <a:ext cx="208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8244000" y="3816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04" name="Rectangle 103"/>
          <p:cNvSpPr/>
          <p:nvPr/>
        </p:nvSpPr>
        <p:spPr>
          <a:xfrm>
            <a:off x="432000" y="4140000"/>
            <a:ext cx="50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32000" y="4140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06" name="Rectangle 105"/>
          <p:cNvSpPr/>
          <p:nvPr/>
        </p:nvSpPr>
        <p:spPr>
          <a:xfrm>
            <a:off x="936000" y="4140000"/>
            <a:ext cx="10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936000" y="4140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/>
            </a:r>
          </a:p>
        </p:txBody>
      </p:sp>
      <p:sp>
        <p:nvSpPr>
          <p:cNvPr id="108" name="Rectangle 107"/>
          <p:cNvSpPr/>
          <p:nvPr/>
        </p:nvSpPr>
        <p:spPr>
          <a:xfrm>
            <a:off x="2016000" y="4140000"/>
            <a:ext cx="424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2016000" y="4140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10" name="Rectangle 109"/>
          <p:cNvSpPr/>
          <p:nvPr/>
        </p:nvSpPr>
        <p:spPr>
          <a:xfrm>
            <a:off x="6264000" y="4140000"/>
            <a:ext cx="19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6264000" y="4140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12" name="Rectangle 111"/>
          <p:cNvSpPr/>
          <p:nvPr/>
        </p:nvSpPr>
        <p:spPr>
          <a:xfrm>
            <a:off x="8244000" y="4140000"/>
            <a:ext cx="208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8244000" y="4140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14" name="Rectangle 113"/>
          <p:cNvSpPr/>
          <p:nvPr/>
        </p:nvSpPr>
        <p:spPr>
          <a:xfrm>
            <a:off x="432000" y="4464000"/>
            <a:ext cx="504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432000" y="4464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16" name="Rectangle 115"/>
          <p:cNvSpPr/>
          <p:nvPr/>
        </p:nvSpPr>
        <p:spPr>
          <a:xfrm>
            <a:off x="936000" y="4464000"/>
            <a:ext cx="10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936000" y="4464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/>
            </a:r>
          </a:p>
        </p:txBody>
      </p:sp>
      <p:sp>
        <p:nvSpPr>
          <p:cNvPr id="118" name="Rectangle 117"/>
          <p:cNvSpPr/>
          <p:nvPr/>
        </p:nvSpPr>
        <p:spPr>
          <a:xfrm>
            <a:off x="2016000" y="4464000"/>
            <a:ext cx="424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2016000" y="4464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20" name="Rectangle 119"/>
          <p:cNvSpPr/>
          <p:nvPr/>
        </p:nvSpPr>
        <p:spPr>
          <a:xfrm>
            <a:off x="6264000" y="4464000"/>
            <a:ext cx="19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6264000" y="4464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22" name="Rectangle 121"/>
          <p:cNvSpPr/>
          <p:nvPr/>
        </p:nvSpPr>
        <p:spPr>
          <a:xfrm>
            <a:off x="8244000" y="4464000"/>
            <a:ext cx="208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8244000" y="4464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24" name="Rectangle 123"/>
          <p:cNvSpPr/>
          <p:nvPr/>
        </p:nvSpPr>
        <p:spPr>
          <a:xfrm>
            <a:off x="432000" y="4788000"/>
            <a:ext cx="50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432000" y="4788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26" name="Rectangle 125"/>
          <p:cNvSpPr/>
          <p:nvPr/>
        </p:nvSpPr>
        <p:spPr>
          <a:xfrm>
            <a:off x="936000" y="4788000"/>
            <a:ext cx="10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936000" y="4788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/>
            </a:r>
          </a:p>
        </p:txBody>
      </p:sp>
      <p:sp>
        <p:nvSpPr>
          <p:cNvPr id="128" name="Rectangle 127"/>
          <p:cNvSpPr/>
          <p:nvPr/>
        </p:nvSpPr>
        <p:spPr>
          <a:xfrm>
            <a:off x="2016000" y="4788000"/>
            <a:ext cx="424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2016000" y="4788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30" name="Rectangle 129"/>
          <p:cNvSpPr/>
          <p:nvPr/>
        </p:nvSpPr>
        <p:spPr>
          <a:xfrm>
            <a:off x="6264000" y="4788000"/>
            <a:ext cx="19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6264000" y="4788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32" name="Rectangle 131"/>
          <p:cNvSpPr/>
          <p:nvPr/>
        </p:nvSpPr>
        <p:spPr>
          <a:xfrm>
            <a:off x="8244000" y="4788000"/>
            <a:ext cx="208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8244000" y="4788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34" name="Rectangle 133"/>
          <p:cNvSpPr/>
          <p:nvPr/>
        </p:nvSpPr>
        <p:spPr>
          <a:xfrm>
            <a:off x="432000" y="5112000"/>
            <a:ext cx="504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432000" y="5112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36" name="Rectangle 135"/>
          <p:cNvSpPr/>
          <p:nvPr/>
        </p:nvSpPr>
        <p:spPr>
          <a:xfrm>
            <a:off x="936000" y="5112000"/>
            <a:ext cx="10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936000" y="5112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/>
            </a:r>
          </a:p>
        </p:txBody>
      </p:sp>
      <p:sp>
        <p:nvSpPr>
          <p:cNvPr id="138" name="Rectangle 137"/>
          <p:cNvSpPr/>
          <p:nvPr/>
        </p:nvSpPr>
        <p:spPr>
          <a:xfrm>
            <a:off x="2016000" y="5112000"/>
            <a:ext cx="424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2016000" y="5112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40" name="Rectangle 139"/>
          <p:cNvSpPr/>
          <p:nvPr/>
        </p:nvSpPr>
        <p:spPr>
          <a:xfrm>
            <a:off x="6264000" y="5112000"/>
            <a:ext cx="19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6264000" y="5112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42" name="Rectangle 141"/>
          <p:cNvSpPr/>
          <p:nvPr/>
        </p:nvSpPr>
        <p:spPr>
          <a:xfrm>
            <a:off x="8244000" y="5112000"/>
            <a:ext cx="208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8244000" y="5112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44" name="Rectangle 143"/>
          <p:cNvSpPr/>
          <p:nvPr/>
        </p:nvSpPr>
        <p:spPr>
          <a:xfrm>
            <a:off x="432000" y="5436000"/>
            <a:ext cx="50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432000" y="5436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46" name="Rectangle 145"/>
          <p:cNvSpPr/>
          <p:nvPr/>
        </p:nvSpPr>
        <p:spPr>
          <a:xfrm>
            <a:off x="936000" y="5436000"/>
            <a:ext cx="10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936000" y="5436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/>
            </a:r>
          </a:p>
        </p:txBody>
      </p:sp>
      <p:sp>
        <p:nvSpPr>
          <p:cNvPr id="148" name="Rectangle 147"/>
          <p:cNvSpPr/>
          <p:nvPr/>
        </p:nvSpPr>
        <p:spPr>
          <a:xfrm>
            <a:off x="2016000" y="5436000"/>
            <a:ext cx="424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2016000" y="5436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50" name="Rectangle 149"/>
          <p:cNvSpPr/>
          <p:nvPr/>
        </p:nvSpPr>
        <p:spPr>
          <a:xfrm>
            <a:off x="6264000" y="5436000"/>
            <a:ext cx="19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6264000" y="5436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52" name="Rectangle 151"/>
          <p:cNvSpPr/>
          <p:nvPr/>
        </p:nvSpPr>
        <p:spPr>
          <a:xfrm>
            <a:off x="8244000" y="5436000"/>
            <a:ext cx="208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8244000" y="5436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54" name="Rectangle 153"/>
          <p:cNvSpPr/>
          <p:nvPr/>
        </p:nvSpPr>
        <p:spPr>
          <a:xfrm>
            <a:off x="432000" y="5760000"/>
            <a:ext cx="504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432000" y="5760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56" name="Rectangle 155"/>
          <p:cNvSpPr/>
          <p:nvPr/>
        </p:nvSpPr>
        <p:spPr>
          <a:xfrm>
            <a:off x="936000" y="5760000"/>
            <a:ext cx="10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936000" y="5760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/>
            </a:r>
          </a:p>
        </p:txBody>
      </p:sp>
      <p:sp>
        <p:nvSpPr>
          <p:cNvPr id="158" name="Rectangle 157"/>
          <p:cNvSpPr/>
          <p:nvPr/>
        </p:nvSpPr>
        <p:spPr>
          <a:xfrm>
            <a:off x="2016000" y="5760000"/>
            <a:ext cx="424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2016000" y="5760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60" name="Rectangle 159"/>
          <p:cNvSpPr/>
          <p:nvPr/>
        </p:nvSpPr>
        <p:spPr>
          <a:xfrm>
            <a:off x="6264000" y="5760000"/>
            <a:ext cx="19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6264000" y="5760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62" name="Rectangle 161"/>
          <p:cNvSpPr/>
          <p:nvPr/>
        </p:nvSpPr>
        <p:spPr>
          <a:xfrm>
            <a:off x="8244000" y="5760000"/>
            <a:ext cx="208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8244000" y="5760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64" name="Rectangle 163"/>
          <p:cNvSpPr/>
          <p:nvPr/>
        </p:nvSpPr>
        <p:spPr>
          <a:xfrm>
            <a:off x="432000" y="6084000"/>
            <a:ext cx="50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432000" y="6084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66" name="Rectangle 165"/>
          <p:cNvSpPr/>
          <p:nvPr/>
        </p:nvSpPr>
        <p:spPr>
          <a:xfrm>
            <a:off x="936000" y="6084000"/>
            <a:ext cx="10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936000" y="6084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/>
            </a:r>
          </a:p>
        </p:txBody>
      </p:sp>
      <p:sp>
        <p:nvSpPr>
          <p:cNvPr id="168" name="Rectangle 167"/>
          <p:cNvSpPr/>
          <p:nvPr/>
        </p:nvSpPr>
        <p:spPr>
          <a:xfrm>
            <a:off x="2016000" y="6084000"/>
            <a:ext cx="424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2016000" y="6084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70" name="Rectangle 169"/>
          <p:cNvSpPr/>
          <p:nvPr/>
        </p:nvSpPr>
        <p:spPr>
          <a:xfrm>
            <a:off x="6264000" y="6084000"/>
            <a:ext cx="19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6264000" y="6084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72" name="Rectangle 171"/>
          <p:cNvSpPr/>
          <p:nvPr/>
        </p:nvSpPr>
        <p:spPr>
          <a:xfrm>
            <a:off x="8244000" y="6084000"/>
            <a:ext cx="208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8244000" y="6084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74" name="Rectangle 173"/>
          <p:cNvSpPr/>
          <p:nvPr/>
        </p:nvSpPr>
        <p:spPr>
          <a:xfrm>
            <a:off x="432000" y="6408000"/>
            <a:ext cx="504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432000" y="6408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76" name="Rectangle 175"/>
          <p:cNvSpPr/>
          <p:nvPr/>
        </p:nvSpPr>
        <p:spPr>
          <a:xfrm>
            <a:off x="936000" y="6408000"/>
            <a:ext cx="10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936000" y="6408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/>
            </a:r>
          </a:p>
        </p:txBody>
      </p:sp>
      <p:sp>
        <p:nvSpPr>
          <p:cNvPr id="178" name="Rectangle 177"/>
          <p:cNvSpPr/>
          <p:nvPr/>
        </p:nvSpPr>
        <p:spPr>
          <a:xfrm>
            <a:off x="2016000" y="6408000"/>
            <a:ext cx="424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2016000" y="6408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80" name="Rectangle 179"/>
          <p:cNvSpPr/>
          <p:nvPr/>
        </p:nvSpPr>
        <p:spPr>
          <a:xfrm>
            <a:off x="6264000" y="6408000"/>
            <a:ext cx="19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6264000" y="6408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82" name="Rectangle 181"/>
          <p:cNvSpPr/>
          <p:nvPr/>
        </p:nvSpPr>
        <p:spPr>
          <a:xfrm>
            <a:off x="8244000" y="6408000"/>
            <a:ext cx="208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8244000" y="6408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84" name="Rectangle 183"/>
          <p:cNvSpPr/>
          <p:nvPr/>
        </p:nvSpPr>
        <p:spPr>
          <a:xfrm>
            <a:off x="432000" y="6732000"/>
            <a:ext cx="50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432000" y="6732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86" name="Rectangle 185"/>
          <p:cNvSpPr/>
          <p:nvPr/>
        </p:nvSpPr>
        <p:spPr>
          <a:xfrm>
            <a:off x="936000" y="6732000"/>
            <a:ext cx="10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936000" y="6732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/>
            </a:r>
          </a:p>
        </p:txBody>
      </p:sp>
      <p:sp>
        <p:nvSpPr>
          <p:cNvPr id="188" name="Rectangle 187"/>
          <p:cNvSpPr/>
          <p:nvPr/>
        </p:nvSpPr>
        <p:spPr>
          <a:xfrm>
            <a:off x="2016000" y="6732000"/>
            <a:ext cx="424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2016000" y="6732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90" name="Rectangle 189"/>
          <p:cNvSpPr/>
          <p:nvPr/>
        </p:nvSpPr>
        <p:spPr>
          <a:xfrm>
            <a:off x="6264000" y="6732000"/>
            <a:ext cx="19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6264000" y="6732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92" name="Rectangle 191"/>
          <p:cNvSpPr/>
          <p:nvPr/>
        </p:nvSpPr>
        <p:spPr>
          <a:xfrm>
            <a:off x="8244000" y="6732000"/>
            <a:ext cx="208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8244000" y="6732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288000" y="7246093"/>
            <a:ext cx="7200000" cy="195814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dirty="0">
                <a:solidFill>
                  <a:srgbClr val="7F7F7F"/>
                </a:solidFill>
                <a:latin typeface="맑은 고딕"/>
              </a:rPr>
              <a:t>한결공조 AS 관리 시스템</a:t>
            </a:r>
            <a:r>
              <a:rPr sz="800" b="0" dirty="0" err="1">
                <a:solidFill>
                  <a:srgbClr val="7F7F7F"/>
                </a:solidFill>
                <a:latin typeface="맑은 고딕"/>
              </a:rPr>
              <a:t>  |  </a:t>
            </a:r>
            <a:r>
              <a:rPr sz="800" b="0" dirty="0">
                <a:solidFill>
                  <a:srgbClr val="7F7F7F"/>
                </a:solidFill>
                <a:latin typeface="맑은 고딕"/>
              </a:rPr>
              <a:t>기능 및 화면 설계서</a:t>
            </a:r>
            <a:r>
              <a:rPr sz="800" b="0" dirty="0" err="1">
                <a:solidFill>
                  <a:srgbClr val="7F7F7F"/>
                </a:solidFill>
                <a:latin typeface="맑은 고딕"/>
              </a:rPr>
              <a:t/>
            </a:r>
            <a:r>
              <a:rPr sz="800" b="0" dirty="0">
                <a:solidFill>
                  <a:srgbClr val="7F7F7F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7F7F7F"/>
                </a:solidFill>
                <a:latin typeface="맑은 고딕"/>
              </a:rPr>
              <a:t/>
            </a:r>
            <a:r>
              <a:rPr sz="800" b="0" dirty="0">
                <a:solidFill>
                  <a:srgbClr val="7F7F7F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7F7F7F"/>
                </a:solidFill>
                <a:latin typeface="맑은 고딕"/>
              </a:rPr>
              <a:t/>
            </a:r>
            <a:r>
              <a:rPr sz="800" b="0" dirty="0">
                <a:solidFill>
                  <a:srgbClr val="7F7F7F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7F7F7F"/>
                </a:solidFill>
                <a:latin typeface="맑은 고딕"/>
              </a:rPr>
              <a:t/>
            </a:r>
            <a:r>
              <a:rPr sz="800" b="0" dirty="0">
                <a:solidFill>
                  <a:srgbClr val="7F7F7F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7F7F7F"/>
                </a:solidFill>
                <a:latin typeface="맑은 고딕"/>
              </a:rPr>
              <a:t/>
            </a:r>
            <a:endParaRPr sz="800" b="0" dirty="0">
              <a:solidFill>
                <a:srgbClr val="7F7F7F"/>
              </a:solidFill>
              <a:latin typeface="맑은 고딕"/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9180000" y="7236000"/>
            <a:ext cx="1224000" cy="21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7F7F7F"/>
                </a:solidFill>
                <a:latin typeface="맑은 고딕"/>
              </a:rPr>
              <a:t>- 5 -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000" y="144000"/>
            <a:ext cx="10116000" cy="39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5496"/>
                </a:solidFill>
                <a:latin typeface="맑은 고딕"/>
              </a:rPr>
              <a:t>HM-01</a:t>
            </a:r>
            <a:r>
              <a:rPr sz="1800" b="1">
                <a:solidFill>
                  <a:srgbClr val="1F3864"/>
                </a:solidFill>
                <a:latin typeface="맑은 고딕"/>
              </a:rPr>
              <a:t>   상담원 홈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576000"/>
            <a:ext cx="10116000" cy="36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0" y="720000"/>
            <a:ext cx="8604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72000" y="720000"/>
            <a:ext cx="8460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기능 개요  </a:t>
            </a:r>
            <a:r>
              <a:rPr sz="1050" b="0">
                <a:solidFill>
                  <a:srgbClr val="262626"/>
                </a:solidFill>
                <a:latin typeface="맑은 고딕"/>
              </a:rPr>
              <a:t>전화가 오면 장비부터 찾도록 안내하고, 내가 받은 접수·긴급 접수·반복 고장 장비를 한 화면에 모음.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Display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3864"/>
                </a:solidFill>
                <a:latin typeface="맑은 고딕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1548000"/>
            <a:ext cx="5616000" cy="55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48000" y="154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화면 정보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화면명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상담원 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구분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역할별 시작 화면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대상 사용자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콜센터 상담원 (캡처: 이서연)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객체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Case, Asset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인터페이스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48000" y="316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기능 · 버튼 동작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48000" y="3378200"/>
            <a:ext cx="4356000" cy="1905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안내 한 줄: [장비 검색 열기] 링크, 유틸리티 바 [가상 착신]으로도 접수 작성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오늘 내가 받은 접수: 작성자 = 나(fmCreatedByMe__c) + 오늘 생성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긴급 접수(진행 중): 중요도 긴급, 종결·취소 제외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반복 고장 장비: 90일 내 3건 이상 장비, 상담원 그룹 공유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각 목록 [더 보기] → 표준 목록 보기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8000" y="53340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입력 · 출력 항목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solidFill>
            <a:srgbClr val="F2F4F8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출력: 접수 번호·제목·상태·SLA 마감·고객사·사업장·서비스센터 / 장비 시리얼·고객사·90일 내 접수 수·보증 상태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48000" y="63881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관련 프로그램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[FlexiPage] HG_Home_CallCenter (프로필 HG 콜센터 상담원)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[ListView] Case HG_TodayCases·HG_UrgentOpenCases, Asset HG_RepeatFailureAssets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0000" y="7246093"/>
            <a:ext cx="7200000" cy="195814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dirty="0">
                <a:solidFill>
                  <a:srgbClr val="595959"/>
                </a:solidFill>
                <a:latin typeface="맑은 고딕"/>
              </a:rPr>
              <a:t>한결공조 AS 관리 시스템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>  |  </a:t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>기능 및 화면 설계서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endParaRPr sz="8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720000" y="7236000"/>
            <a:ext cx="720000" cy="21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6</a:t>
            </a:r>
          </a:p>
        </p:txBody>
      </p:sp>
      <p:pic>
        <p:nvPicPr>
          <p:cNvPr id="57" name="Picture 12" descr="s1.jpg">
            <a:extLst>
              <a:ext uri="{FF2B5EF4-FFF2-40B4-BE49-F238E27FC236}">
                <a16:creationId xmlns:a16="http://schemas.microsoft.com/office/drawing/2014/main" id="{AE96927B-0085-F3F4-399F-DB710309F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2368815"/>
            <a:ext cx="5461000" cy="3936471"/>
          </a:xfrm>
          <a:prstGeom prst="rect">
            <a:avLst/>
          </a:prstGeom>
        </p:spPr>
      </p:pic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000" y="144000"/>
            <a:ext cx="10116000" cy="39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5496"/>
                </a:solidFill>
                <a:latin typeface="맑은 고딕"/>
              </a:rPr>
              <a:t>HM-02</a:t>
            </a:r>
            <a:r>
              <a:rPr sz="1800" b="1">
                <a:solidFill>
                  <a:srgbClr val="1F3864"/>
                </a:solidFill>
                <a:latin typeface="맑은 고딕"/>
              </a:rPr>
              <a:t>   센터장 홈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576000"/>
            <a:ext cx="10116000" cy="36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0" y="720000"/>
            <a:ext cx="8604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72000" y="720000"/>
            <a:ext cx="8460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기능 개요  </a:t>
            </a:r>
            <a:r>
              <a:rPr sz="1050" b="0">
                <a:solidFill>
                  <a:srgbClr val="262626"/>
                </a:solidFill>
                <a:latin typeface="맑은 고딕"/>
              </a:rPr>
              <a:t>센터장 하루 일의 순서대로 배치: 안내 → 배정 대기 → 재배정 필요 → 승인할 항목 → 종결 대기 → 센터 차트. 비어 있어도 모두 표시.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Display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3864"/>
                </a:solidFill>
                <a:latin typeface="맑은 고딕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1548000"/>
            <a:ext cx="5616000" cy="55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48000" y="154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화면 정보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화면명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센터장 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구분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역할별 시작 화면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대상 사용자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센터장 (캡처: 김병철)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객체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Case, WorkOrder, ProcessInstanceWorkitem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인터페이스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48000" y="316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기능 · 버튼 동작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48000" y="3378200"/>
            <a:ext cx="4356000" cy="1905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배정 대기 접수: 상태 접수, 긴급·SLA 마감 열, 접수를 열어 [기사 배정]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재배정 필요: 기사가 거절한 출동(상태 거절)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승인할 항목: 표준 승인 카드, 나에게 온 출동 승인 요청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종결 대기 접수: 완료 상태 접수 → 확인 후 종결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센터 진행 중 접수·긴급(지난 30일) 누적 막대 차트, [보고서 보기]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8000" y="53340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입력 · 출력 항목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solidFill>
            <a:srgbClr val="F2F4F8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출력: 접수 번호·중요도·SLA·제목·증상·고객사·사업장·서비스센터 / 출동 번호·접수·장비·소유자·거절 사유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48000" y="63881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관련 프로그램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[FlexiPage] HG_Home_CenterManager (프로필 HG 센터장)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[ListView] HG_AwaitingDispatch·HG_NeedsReassignment·HG_AwaitingClose, 표준 pendingApprovalCard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[Report] HG_CenterCasesByPriority (폴더 "센터장 리포트")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0000" y="7246093"/>
            <a:ext cx="7200000" cy="195814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dirty="0">
                <a:solidFill>
                  <a:srgbClr val="595959"/>
                </a:solidFill>
                <a:latin typeface="맑은 고딕"/>
              </a:rPr>
              <a:t>한결공조 AS 관리 시스템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>  |  </a:t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>기능 및 화면 설계서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endParaRPr sz="8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720000" y="7236000"/>
            <a:ext cx="720000" cy="21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7</a:t>
            </a:r>
          </a:p>
        </p:txBody>
      </p:sp>
      <p:pic>
        <p:nvPicPr>
          <p:cNvPr id="57" name="Picture 12" descr="s1.jpg">
            <a:extLst>
              <a:ext uri="{FF2B5EF4-FFF2-40B4-BE49-F238E27FC236}">
                <a16:creationId xmlns:a16="http://schemas.microsoft.com/office/drawing/2014/main" id="{AE96927B-0085-F3F4-399F-DB710309F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182" y="1625600"/>
            <a:ext cx="4673235" cy="5422900"/>
          </a:xfrm>
          <a:prstGeom prst="rect">
            <a:avLst/>
          </a:prstGeom>
        </p:spPr>
      </p:pic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000" y="144000"/>
            <a:ext cx="10116000" cy="39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5496"/>
                </a:solidFill>
                <a:latin typeface="맑은 고딕"/>
              </a:rPr>
              <a:t>HM-03</a:t>
            </a:r>
            <a:r>
              <a:rPr sz="1800" b="1">
                <a:solidFill>
                  <a:srgbClr val="1F3864"/>
                </a:solidFill>
                <a:latin typeface="맑은 고딕"/>
              </a:rPr>
              <a:t>   기사 홈 (= SC-08 내 출동 · SC-15 내 차량 재고)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576000"/>
            <a:ext cx="10116000" cy="36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0" y="720000"/>
            <a:ext cx="8604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72000" y="720000"/>
            <a:ext cx="8460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기능 개요  </a:t>
            </a:r>
            <a:r>
              <a:rPr sz="1050" b="0">
                <a:solidFill>
                  <a:srgbClr val="262626"/>
                </a:solidFill>
                <a:latin typeface="맑은 고딕"/>
              </a:rPr>
              <a:t>오늘 갈 출동과 내 차량 재고를 확인. 출동을 열어 수락 → 도착 → 부품 추가 → 완료 순서로 진행.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Display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3864"/>
                </a:solidFill>
                <a:latin typeface="맑은 고딕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1548000"/>
            <a:ext cx="5616000" cy="55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48000" y="154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화면 정보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화면명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기사 홈 (= SC-08 내 출동 · SC-15 내 차량 재고)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구분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역할별 시작 화면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대상 사용자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협력 기사 (캡처: 최민호)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객체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WorkOrder, ProductItem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인터페이스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48000" y="316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기능 · 버튼 동작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48000" y="3378200"/>
            <a:ext cx="4356000" cy="1905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안내 한 줄: 처리 순서, 50만 원 초과·예외 무상은 [승인 요청]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내 출동(배정·수락·도착): 소유자 = 나, 진행 중 상태만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내 차량 재고: 위치 유형 차량 + 소유자 = 나, 보유량·단위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리포트·대시보드 탭은 프로필에서 숨김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8000" y="53340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입력 · 출력 항목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solidFill>
            <a:srgbClr val="F2F4F8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출력: 출동 번호·상태·시작 일자·사업장명·현장 주소·증상 요약 / 부품·위치·보유량·단위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48000" y="63881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관련 프로그램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[FlexiPage] HG_Home_Technician (프로필 HG 협력 기사)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[ListView] WorkOrder HG_MyOpenWorkOrders, ProductItem HG_MyVanStock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0000" y="7246093"/>
            <a:ext cx="7200000" cy="195814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dirty="0">
                <a:solidFill>
                  <a:srgbClr val="595959"/>
                </a:solidFill>
                <a:latin typeface="맑은 고딕"/>
              </a:rPr>
              <a:t>한결공조 AS 관리 시스템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>  |  </a:t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>기능 및 화면 설계서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endParaRPr sz="8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720000" y="7236000"/>
            <a:ext cx="720000" cy="21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8</a:t>
            </a:r>
          </a:p>
        </p:txBody>
      </p:sp>
      <p:pic>
        <p:nvPicPr>
          <p:cNvPr id="57" name="Picture 12" descr="s1.jpg">
            <a:extLst>
              <a:ext uri="{FF2B5EF4-FFF2-40B4-BE49-F238E27FC236}">
                <a16:creationId xmlns:a16="http://schemas.microsoft.com/office/drawing/2014/main" id="{AE96927B-0085-F3F4-399F-DB710309F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2630488"/>
            <a:ext cx="5461000" cy="3413125"/>
          </a:xfrm>
          <a:prstGeom prst="rect">
            <a:avLst/>
          </a:prstGeom>
        </p:spPr>
      </p:pic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000" y="144000"/>
            <a:ext cx="10116000" cy="39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5496"/>
                </a:solidFill>
                <a:latin typeface="맑은 고딕"/>
              </a:rPr>
              <a:t>HM-04</a:t>
            </a:r>
            <a:r>
              <a:rPr sz="1800" b="1">
                <a:solidFill>
                  <a:srgbClr val="1F3864"/>
                </a:solidFill>
                <a:latin typeface="맑은 고딕"/>
              </a:rPr>
              <a:t>   관리자 홈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576000"/>
            <a:ext cx="10116000" cy="36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0" y="720000"/>
            <a:ext cx="8604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72000" y="720000"/>
            <a:ext cx="8460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기능 개요  </a:t>
            </a:r>
            <a:r>
              <a:rPr sz="1050" b="0">
                <a:solidFill>
                  <a:srgbClr val="262626"/>
                </a:solidFill>
                <a:latin typeface="맑은 고딕"/>
              </a:rPr>
              <a:t>앱 기본 홈. ERP 전송 실패·확인 필요 건과 운영 대시보드를 먼저 봄.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Display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3864"/>
                </a:solidFill>
                <a:latin typeface="맑은 고딕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1548000"/>
            <a:ext cx="5616000" cy="55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48000" y="154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화면 정보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화면명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관리자 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구분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역할별 시작 화면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대상 사용자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서비스운영팀장 · 관리자 (캡처: 이학민)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객체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Dashboard, ProductConsumed, ProductTransfer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인터페이스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IF-03 · IF-06 (ERP 전송 결과)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48000" y="316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기능 · 버튼 동작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48000" y="3378200"/>
            <a:ext cx="4356000" cy="1905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안내: ERP 실패·확인 필요 건이 0건인지 확인(실패는 매시 자동 재전송)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대시보드 "서비스 운영 현황"(센터별 접수·긴급 접수 수·보증 상태 분포)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ERP 실패·확인 필요(사용 부품) / (재고 이동) 목록 보기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8000" y="53340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입력 · 출력 항목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solidFill>
            <a:srgbClr val="F2F4F8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출력: 사용 부품·재고 이동 번호, ERP 전송 상태(실패/확인 필요), 메시지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48000" y="63881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관련 프로그램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[FlexiPage] HG_Home_Admin (앱 HangyeolAS 기본 홈)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[Dashboard] ServiceOperationsOverview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[ListView] ProductConsumed·ProductTransfer HG_ErpNeedsAttention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0000" y="7246093"/>
            <a:ext cx="7200000" cy="195814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dirty="0">
                <a:solidFill>
                  <a:srgbClr val="595959"/>
                </a:solidFill>
                <a:latin typeface="맑은 고딕"/>
              </a:rPr>
              <a:t>한결공조 AS 관리 시스템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>  |  </a:t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>기능 및 화면 설계서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endParaRPr sz="8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720000" y="7236000"/>
            <a:ext cx="720000" cy="21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9</a:t>
            </a:r>
          </a:p>
        </p:txBody>
      </p:sp>
      <p:pic>
        <p:nvPicPr>
          <p:cNvPr id="57" name="Picture 12" descr="s1.jpg">
            <a:extLst>
              <a:ext uri="{FF2B5EF4-FFF2-40B4-BE49-F238E27FC236}">
                <a16:creationId xmlns:a16="http://schemas.microsoft.com/office/drawing/2014/main" id="{AE96927B-0085-F3F4-399F-DB710309F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1987682"/>
            <a:ext cx="5461000" cy="4698735"/>
          </a:xfrm>
          <a:prstGeom prst="rect">
            <a:avLst/>
          </a:prstGeom>
        </p:spPr>
      </p:pic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000" y="144000"/>
            <a:ext cx="10116000" cy="39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5496"/>
                </a:solidFill>
                <a:latin typeface="맑은 고딕"/>
              </a:rPr>
              <a:t>SC-01</a:t>
            </a:r>
            <a:r>
              <a:rPr sz="1800" b="1">
                <a:solidFill>
                  <a:srgbClr val="1F3864"/>
                </a:solidFill>
                <a:latin typeface="맑은 고딕"/>
              </a:rPr>
              <a:t>   통합 접수 (1/5) 장비 검색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576000"/>
            <a:ext cx="10116000" cy="36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0" y="720000"/>
            <a:ext cx="8604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72000" y="720000"/>
            <a:ext cx="8460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기능 개요  </a:t>
            </a:r>
            <a:r>
              <a:rPr sz="1050" b="0">
                <a:solidFill>
                  <a:srgbClr val="262626"/>
                </a:solidFill>
                <a:latin typeface="맑은 고딕"/>
              </a:rPr>
              <a:t>고객사·사업장·시리얼로 장비를 빨리 찾고 반복 고장 장비를 바로 알아봄 (앱 탭 "장비 검색").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Display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3864"/>
                </a:solidFill>
                <a:latin typeface="맑은 고딕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1548000"/>
            <a:ext cx="5616000" cy="55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48000" y="154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화면 정보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화면명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통합 접수 (1/5) 장비 검색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구분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A. 접수 · 장비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대상 사용자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상담원 · 센터장 (캡처: 이서연)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객체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Asset, CustomerSite__c, Account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인터페이스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48000" y="316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기능 · 버튼 동작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48000" y="3378200"/>
            <a:ext cx="4356000" cy="1905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검색어 2글자 이상 → 고객사·사업장·시리얼 검색, 20건씩 쪽 이동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기본 정렬 마지막 접수일 내림차순, 열 머리글 클릭 = 서버 정렬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반복 고장 장비는 경고 배지·행 강조, "반복 고장 장비만 보기"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시리얼 클릭 → 장비 요약 팝업(2/5)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8000" y="53340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입력 · 출력 항목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solidFill>
            <a:srgbClr val="F2F4F8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입력: 검색어, 반복 고장만 / 출력: 시리얼, 모델(없으면 "모델 미지정"), 고객사, 설치 사업장, 서비스센터, 보증 상태, 마지막 접수일, 90일 내 접수 수, 반복 고장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48000" y="63881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관련 프로그램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[LWC] assetSearch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[Apex] AssetSearchController (with sharing, USER_MODE)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[FlexiPage·Tab] HG_AssetSearch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0000" y="7246093"/>
            <a:ext cx="7200000" cy="195814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dirty="0">
                <a:solidFill>
                  <a:srgbClr val="595959"/>
                </a:solidFill>
                <a:latin typeface="맑은 고딕"/>
              </a:rPr>
              <a:t>한결공조 AS 관리 시스템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>  |  </a:t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>기능 및 화면 설계서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endParaRPr sz="8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720000" y="7236000"/>
            <a:ext cx="720000" cy="21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10</a:t>
            </a:r>
          </a:p>
        </p:txBody>
      </p:sp>
      <p:pic>
        <p:nvPicPr>
          <p:cNvPr id="57" name="Picture 12" descr="s1.jpg">
            <a:extLst>
              <a:ext uri="{FF2B5EF4-FFF2-40B4-BE49-F238E27FC236}">
                <a16:creationId xmlns:a16="http://schemas.microsoft.com/office/drawing/2014/main" id="{AE96927B-0085-F3F4-399F-DB710309F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2630488"/>
            <a:ext cx="5461000" cy="3413125"/>
          </a:xfrm>
          <a:prstGeom prst="rect">
            <a:avLst/>
          </a:prstGeom>
        </p:spPr>
      </p:pic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000" y="144000"/>
            <a:ext cx="10116000" cy="39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5496"/>
                </a:solidFill>
                <a:latin typeface="맑은 고딕"/>
              </a:rPr>
              <a:t>SC-01</a:t>
            </a:r>
            <a:r>
              <a:rPr sz="1800" b="1">
                <a:solidFill>
                  <a:srgbClr val="1F3864"/>
                </a:solidFill>
                <a:latin typeface="맑은 고딕"/>
              </a:rPr>
              <a:t>   통합 접수 (2/5) 장비 요약 팝업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576000"/>
            <a:ext cx="10116000" cy="36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0" y="720000"/>
            <a:ext cx="8604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72000" y="720000"/>
            <a:ext cx="8460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기능 개요  </a:t>
            </a:r>
            <a:r>
              <a:rPr sz="1050" b="0">
                <a:solidFill>
                  <a:srgbClr val="262626"/>
                </a:solidFill>
                <a:latin typeface="맑은 고딕"/>
              </a:rPr>
              <a:t>장비를 열지 않고 보증·반복 고장·접수 이력을 확인하고 바로 접수로 넘어감.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Display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3864"/>
                </a:solidFill>
                <a:latin typeface="맑은 고딕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1548000"/>
            <a:ext cx="5616000" cy="55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48000" y="154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화면 정보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화면명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통합 접수 (2/5) 장비 요약 팝업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구분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A. 접수 · 장비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대상 사용자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상담원 · 센터장 (캡처: 이서연)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객체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Asset, Case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인터페이스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48000" y="316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기능 · 버튼 동작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48000" y="3378200"/>
            <a:ext cx="4356000" cy="1905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보증 상태 배지, 모델 없으면 "모델 미지정" 배지, 반복 고장 경고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접수 이력 5건 + 안내 문구, [모두 보기] → 표준 관련 목록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[닫기] / [장비 열기] 장비 상세(SC-04) / [이 장비로 접수] 접수 작성 팝업(장비만 채움, 접수 생성 권한자만)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8000" y="53340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입력 · 출력 항목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solidFill>
            <a:srgbClr val="F2F4F8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출력: 시리얼, 제품, 고객사, 설치 사업장, 설치 날짜, 보증 상태·시작일, 마지막 접수일, 90일 내 접수 수, 접수 이력(번호·접수일·증상·상태·반복 고장·서비스센터)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48000" y="63881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관련 프로그램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[LWC] assetSummaryModal ⊃ assetSummary ⊃ assetRecentCases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[Apex] AssetDetailController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0000" y="7246093"/>
            <a:ext cx="7200000" cy="195814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dirty="0">
                <a:solidFill>
                  <a:srgbClr val="595959"/>
                </a:solidFill>
                <a:latin typeface="맑은 고딕"/>
              </a:rPr>
              <a:t>한결공조 AS 관리 시스템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>  |  </a:t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>기능 및 화면 설계서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endParaRPr sz="8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720000" y="7236000"/>
            <a:ext cx="720000" cy="21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11</a:t>
            </a:r>
          </a:p>
        </p:txBody>
      </p:sp>
      <p:pic>
        <p:nvPicPr>
          <p:cNvPr id="57" name="Picture 12" descr="s1.jpg">
            <a:extLst>
              <a:ext uri="{FF2B5EF4-FFF2-40B4-BE49-F238E27FC236}">
                <a16:creationId xmlns:a16="http://schemas.microsoft.com/office/drawing/2014/main" id="{AE96927B-0085-F3F4-399F-DB710309F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2630488"/>
            <a:ext cx="5461000" cy="3413125"/>
          </a:xfrm>
          <a:prstGeom prst="rect">
            <a:avLst/>
          </a:prstGeom>
        </p:spPr>
      </p:pic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000" y="144000"/>
            <a:ext cx="10116000" cy="39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5496"/>
                </a:solidFill>
                <a:latin typeface="맑은 고딕"/>
              </a:rPr>
              <a:t>SC-01</a:t>
            </a:r>
            <a:r>
              <a:rPr sz="1800" b="1">
                <a:solidFill>
                  <a:srgbClr val="1F3864"/>
                </a:solidFill>
                <a:latin typeface="맑은 고딕"/>
              </a:rPr>
              <a:t>   통합 접수 (3/5) 가상 착신 패널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576000"/>
            <a:ext cx="10116000" cy="36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0" y="720000"/>
            <a:ext cx="8604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72000" y="720000"/>
            <a:ext cx="8460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기능 개요  </a:t>
            </a:r>
            <a:r>
              <a:rPr sz="1050" b="0">
                <a:solidFill>
                  <a:srgbClr val="262626"/>
                </a:solidFill>
                <a:latin typeface="맑은 고딕"/>
              </a:rPr>
              <a:t>실제 CTI 대신 착신 정보(발신 번호·IVR 증상·시리얼 뒤 4자리)를 넣어 접수 작성 팝업을 띄움 (유틸리티 바 "가상 착신").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Display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3864"/>
                </a:solidFill>
                <a:latin typeface="맑은 고딕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1548000"/>
            <a:ext cx="5616000" cy="55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48000" y="154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화면 정보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화면명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통합 접수 (3/5) 가상 착신 패널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구분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A. 접수 · 장비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대상 사용자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상담원 · 관리자 (캡처: 이서연)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객체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CustomerSite__c, Account, Asset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인터페이스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— (실제 운영은 Service Cloud Voice/Open CTI)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48000" y="316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기능 · 버튼 동작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48000" y="3378200"/>
            <a:ext cx="4356000" cy="1905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발신 번호(숫자만 비교) + IVR 증상 선택 + 시리얼 뒤 4자리 키패드(# = 모름)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[전화 연결] → 발신자 찾기: 사업장 현장 번호 → 보조 연락처 → 고객사 대표 번호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시리얼 4자리는 찾은 범위 안에서만 장비 확정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클래스 접근이 없는 사용자(기사)는 안내만 표시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8000" y="53340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입력 · 출력 항목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solidFill>
            <a:srgbClr val="F2F4F8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입력: 발신 번호(필수), IVR 증상 선택, 시리얼 뒤 4자리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48000" y="63881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관련 프로그램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[LWC] callSimulator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[Apex] CallIntakeController → CallerMatchService (SOSL IN PHONE FIELDS)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[FlexiPage] HG_AS_UtilityBar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0000" y="7246093"/>
            <a:ext cx="7200000" cy="195814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dirty="0">
                <a:solidFill>
                  <a:srgbClr val="595959"/>
                </a:solidFill>
                <a:latin typeface="맑은 고딕"/>
              </a:rPr>
              <a:t>한결공조 AS 관리 시스템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>  |  </a:t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>기능 및 화면 설계서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endParaRPr sz="8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720000" y="7236000"/>
            <a:ext cx="720000" cy="21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12</a:t>
            </a:r>
          </a:p>
        </p:txBody>
      </p:sp>
      <p:pic>
        <p:nvPicPr>
          <p:cNvPr id="57" name="Picture 12" descr="s1.jpg">
            <a:extLst>
              <a:ext uri="{FF2B5EF4-FFF2-40B4-BE49-F238E27FC236}">
                <a16:creationId xmlns:a16="http://schemas.microsoft.com/office/drawing/2014/main" id="{AE96927B-0085-F3F4-399F-DB710309F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2630488"/>
            <a:ext cx="5461000" cy="3413125"/>
          </a:xfrm>
          <a:prstGeom prst="rect">
            <a:avLst/>
          </a:prstGeom>
        </p:spPr>
      </p:pic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000" y="144000"/>
            <a:ext cx="10116000" cy="39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5496"/>
                </a:solidFill>
                <a:latin typeface="맑은 고딕"/>
              </a:rPr>
              <a:t>SC-01</a:t>
            </a:r>
            <a:r>
              <a:rPr sz="1800" b="1">
                <a:solidFill>
                  <a:srgbClr val="1F3864"/>
                </a:solidFill>
                <a:latin typeface="맑은 고딕"/>
              </a:rPr>
              <a:t>   통합 접수 (4/5) 접수 작성 팝업 · 카드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576000"/>
            <a:ext cx="10116000" cy="36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0" y="720000"/>
            <a:ext cx="8604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72000" y="720000"/>
            <a:ext cx="8460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기능 개요  </a:t>
            </a:r>
            <a:r>
              <a:rPr sz="1050" b="0">
                <a:solidFill>
                  <a:srgbClr val="262626"/>
                </a:solidFill>
                <a:latin typeface="맑은 고딕"/>
              </a:rPr>
              <a:t>착신 판정 결과로 고객사·사업장·장비를 채우고, 오른쪽 카드로 거래 상태·긴급 용도를 보며 상담원이 확인 후 저장 (자동 저장 없음).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Display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3864"/>
                </a:solidFill>
                <a:latin typeface="맑은 고딕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1548000"/>
            <a:ext cx="5616000" cy="55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48000" y="154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화면 정보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화면명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통합 접수 (4/5) 접수 작성 팝업 · 카드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구분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A. 접수 · 장비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대상 사용자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상담원 · 관리자 (캡처: 이서연)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객체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Case, Asset, Account, CustomerSite__c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인터페이스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48000" y="316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기능 · 버튼 동작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48000" y="3378200"/>
            <a:ext cx="4356000" cy="1905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통화 요약: 발신 번호·IVR 증상·시리얼 뒤 4자리 + 판정 결과 문장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1건 → 채움 / 여러 건 → 후보 / 없음 → 검색, [장비 요약 보기] 접기·펴기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고객사 카드: 고객 유형·대표 번호·거래 상태(미수 주의 배지)·사업장 수·장비 수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사업장 카드: 주소·서비스센터·현장 담당자·용도(냉동창고·서버실 = "긴급 용도")·종결 전 접수 수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[취소] / [접수 저장] → 새 접수 화면, 할당 규칙으로 센터 Queue 소유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8000" y="53340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입력 · 출력 항목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solidFill>
            <a:srgbClr val="F2F4F8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입력: 고객사, 사업장, 장비(라디오), 증상 유형, 제목, 설명 / 저장: 경로 전화·발신 번호(CallerPhone__c)·증상·제목·설명·장비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48000" y="63881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관련 프로그램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[LWC] caseIntakeModal ⊃ intakeContextCards, assetSummary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[Apex] CallIntakeController, IntakeContextService (USER_MODE)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[Flow] Case_BeforeSave_FillFromAsset · [할당 규칙] HG_CaseByServiceCenter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0000" y="7246093"/>
            <a:ext cx="7200000" cy="195814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dirty="0">
                <a:solidFill>
                  <a:srgbClr val="595959"/>
                </a:solidFill>
                <a:latin typeface="맑은 고딕"/>
              </a:rPr>
              <a:t>한결공조 AS 관리 시스템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>  |  </a:t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>기능 및 화면 설계서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endParaRPr sz="8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720000" y="7236000"/>
            <a:ext cx="720000" cy="21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13</a:t>
            </a:r>
          </a:p>
        </p:txBody>
      </p:sp>
      <p:pic>
        <p:nvPicPr>
          <p:cNvPr id="57" name="Picture 12" descr="s1.jpg">
            <a:extLst>
              <a:ext uri="{FF2B5EF4-FFF2-40B4-BE49-F238E27FC236}">
                <a16:creationId xmlns:a16="http://schemas.microsoft.com/office/drawing/2014/main" id="{AE96927B-0085-F3F4-399F-DB710309F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2630488"/>
            <a:ext cx="5461000" cy="3413125"/>
          </a:xfrm>
          <a:prstGeom prst="rect">
            <a:avLst/>
          </a:prstGeom>
        </p:spPr>
      </p:pic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000" y="144000"/>
            <a:ext cx="10116000" cy="39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5496"/>
                </a:solidFill>
                <a:latin typeface="맑은 고딕"/>
              </a:rPr>
              <a:t>SC-01</a:t>
            </a:r>
            <a:r>
              <a:rPr sz="1800" b="1">
                <a:solidFill>
                  <a:srgbClr val="1F3864"/>
                </a:solidFill>
                <a:latin typeface="맑은 고딕"/>
              </a:rPr>
              <a:t>   통합 접수 (5/5) 중복 경고 · 제목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576000"/>
            <a:ext cx="10116000" cy="36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0" y="720000"/>
            <a:ext cx="8604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72000" y="720000"/>
            <a:ext cx="8460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기능 개요  </a:t>
            </a:r>
            <a:r>
              <a:rPr sz="1050" b="0">
                <a:solidFill>
                  <a:srgbClr val="262626"/>
                </a:solidFill>
                <a:latin typeface="맑은 고딕"/>
              </a:rPr>
              <a:t>고른 장비에 종결되지 않은 접수가 있으면 경고(BR-11). 같은 고장이면 기존 접수를 열도록 안내하고 저장은 막지 않음.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Display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3864"/>
                </a:solidFill>
                <a:latin typeface="맑은 고딕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1548000"/>
            <a:ext cx="5616000" cy="55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48000" y="154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화면 정보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화면명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통합 접수 (5/5) 중복 경고 · 제목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구분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A. 접수 · 장비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대상 사용자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상담원 · 관리자 (캡처: 이서연)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객체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Case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인터페이스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48000" y="316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기능 · 버튼 동작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48000" y="3378200"/>
            <a:ext cx="4356000" cy="1905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경고: "이 장비에 종결되지 않은 접수가 N건 있습니다. 같은 고장이면 새로 만들지 말고 기존 접수를 열어 주세요."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종결·취소 제외, 완료 포함. 건마다 번호·상태·제목·접수일·[기존 접수 열기](새 탭)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제목 기본값 "{증상} · {사업장} · {시리얼}", 직접 고치면 그 값 유지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설명 기본값: 가상 착신 발신 번호·IVR 증상·시리얼 뒤 4자리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8000" y="53340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입력 · 출력 항목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solidFill>
            <a:srgbClr val="F2F4F8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입력: 증상 유형(IVR 값 기본), 제목, 설명 / 출력: 종결 전 접수 목록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48000" y="63881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관련 프로그램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[LWC] caseIntakeModal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[Apex] CallIntakeController.getOpenCases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0000" y="7246093"/>
            <a:ext cx="7200000" cy="195814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dirty="0">
                <a:solidFill>
                  <a:srgbClr val="595959"/>
                </a:solidFill>
                <a:latin typeface="맑은 고딕"/>
              </a:rPr>
              <a:t>한결공조 AS 관리 시스템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>  |  </a:t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>기능 및 화면 설계서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endParaRPr sz="8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720000" y="7236000"/>
            <a:ext cx="720000" cy="21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14</a:t>
            </a:r>
          </a:p>
        </p:txBody>
      </p:sp>
      <p:pic>
        <p:nvPicPr>
          <p:cNvPr id="57" name="Picture 12" descr="s1.jpg">
            <a:extLst>
              <a:ext uri="{FF2B5EF4-FFF2-40B4-BE49-F238E27FC236}">
                <a16:creationId xmlns:a16="http://schemas.microsoft.com/office/drawing/2014/main" id="{AE96927B-0085-F3F4-399F-DB710309F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2630488"/>
            <a:ext cx="5461000" cy="3413125"/>
          </a:xfrm>
          <a:prstGeom prst="rect">
            <a:avLst/>
          </a:prstGeom>
        </p:spPr>
      </p:pic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000" y="144000"/>
            <a:ext cx="10116000" cy="39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5496"/>
                </a:solidFill>
                <a:latin typeface="맑은 고딕"/>
              </a:rPr>
              <a:t>SC-02</a:t>
            </a:r>
            <a:r>
              <a:rPr sz="1800" b="1">
                <a:solidFill>
                  <a:srgbClr val="1F3864"/>
                </a:solidFill>
                <a:latin typeface="맑은 고딕"/>
              </a:rPr>
              <a:t>   고객사·사업장 (1/5) 고객사 등록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576000"/>
            <a:ext cx="10116000" cy="36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0" y="720000"/>
            <a:ext cx="8604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72000" y="720000"/>
            <a:ext cx="8460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기능 개요  </a:t>
            </a:r>
            <a:r>
              <a:rPr sz="1050" b="0">
                <a:solidFill>
                  <a:srgbClr val="262626"/>
                </a:solidFill>
                <a:latin typeface="맑은 고딕"/>
              </a:rPr>
              <a:t>고객사 "새로 만들기"를 유형별 등록 화면으로 재정의 (데스크톱, 모바일은 표준).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Display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3864"/>
                </a:solidFill>
                <a:latin typeface="맑은 고딕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1548000"/>
            <a:ext cx="5616000" cy="55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48000" y="154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화면 정보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화면명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고객사·사업장 (1/5) 고객사 등록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구분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B. 고객사 · 사업장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대상 사용자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상담원 · 센터장 (캡처: 이서연)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객체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Account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인터페이스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IF-07 도로명주소 검색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48000" y="316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기능 · 버튼 동작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48000" y="3378200"/>
            <a:ext cx="4356000" cy="1905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고객 유형(법인·개인·개인사업자·대리점) 선택 → 제목에 유형 표시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개인은 사업자등록번호 숨김, 형식·대리점 규칙은 검증 규칙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청구지 주소: 도로명주소 검색(선택), 나중에 "주소 검색"으로 넣을 수 있음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[저장] → 새 고객사 화면 / [취소] → 입력 초기화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8000" y="53340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입력 · 출력 항목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solidFill>
            <a:srgbClr val="F2F4F8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입력: 고객 유형, 고객사 이름(필수), 사업자등록번호, 전화, 거래 상태, 고객 등급, 청구 담당자명·연락처·이메일, 결제 방식, 청구지 주소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48000" y="63881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관련 프로그램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[Aura] accountNewOverride ⊃ [LWC] accountNew ⊃ addressSearch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[Apex] AddressSearchController (Named Credential HG_JusoApi)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0000" y="7246093"/>
            <a:ext cx="7200000" cy="195814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dirty="0">
                <a:solidFill>
                  <a:srgbClr val="595959"/>
                </a:solidFill>
                <a:latin typeface="맑은 고딕"/>
              </a:rPr>
              <a:t>한결공조 AS 관리 시스템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>  |  </a:t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>기능 및 화면 설계서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endParaRPr sz="8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720000" y="7236000"/>
            <a:ext cx="720000" cy="21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15</a:t>
            </a:r>
          </a:p>
        </p:txBody>
      </p:sp>
      <p:pic>
        <p:nvPicPr>
          <p:cNvPr id="57" name="Picture 12" descr="s1.jpg">
            <a:extLst>
              <a:ext uri="{FF2B5EF4-FFF2-40B4-BE49-F238E27FC236}">
                <a16:creationId xmlns:a16="http://schemas.microsoft.com/office/drawing/2014/main" id="{AE96927B-0085-F3F4-399F-DB710309F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2511028"/>
            <a:ext cx="5461000" cy="3652044"/>
          </a:xfrm>
          <a:prstGeom prst="rect">
            <a:avLst/>
          </a:prstGeom>
        </p:spPr>
      </p:pic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000" y="144000"/>
            <a:ext cx="10116000" cy="39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5496"/>
                </a:solidFill>
                <a:latin typeface="맑은 고딕"/>
              </a:rPr>
              <a:t>SC-02</a:t>
            </a:r>
            <a:r>
              <a:rPr sz="1800" b="1">
                <a:solidFill>
                  <a:srgbClr val="1F3864"/>
                </a:solidFill>
                <a:latin typeface="맑은 고딕"/>
              </a:rPr>
              <a:t>   고객사·사업장 (2/5) 사업장 등록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576000"/>
            <a:ext cx="10116000" cy="36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0" y="720000"/>
            <a:ext cx="8604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72000" y="720000"/>
            <a:ext cx="8460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기능 개요  </a:t>
            </a:r>
            <a:r>
              <a:rPr sz="1050" b="0">
                <a:solidFill>
                  <a:srgbClr val="262626"/>
                </a:solidFill>
                <a:latin typeface="맑은 고딕"/>
              </a:rPr>
              <a:t>사업장 "새로 만들기"를 주소 검색이 들어간 등록 화면으로 재정의. 서비스센터는 고르지 않고 주소로 자동 지정.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Display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3864"/>
                </a:solidFill>
                <a:latin typeface="맑은 고딕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1548000"/>
            <a:ext cx="5616000" cy="55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48000" y="154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화면 정보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화면명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고객사·사업장 (2/5) 사업장 등록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구분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B. 고객사 · 사업장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대상 사용자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상담원 · 센터장 (캡처: 이서연)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객체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CustomerSite__c, Account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인터페이스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IF-07 도로명주소 검색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48000" y="316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기능 · 버튼 동작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48000" y="3378200"/>
            <a:ext cx="4356000" cy="1905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고객사 관련 목록에서 열면 고객사 자동 입력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주소 필수: 도로명주소 검색 → 상세주소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저장 시 트리거가 행정구역 코드 → 서비스센터 지정, 매핑 없는 주소는 저장 거부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서비스센터 필드는 모든 권한 집합에서 읽기 전용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8000" y="53340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입력 · 출력 항목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solidFill>
            <a:srgbClr val="F2F4F8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입력: 고객사, 사업장명, 용도, 현장 담당자·연락처, 보조 연락처, 출입 조건, 작업 가능 시간, 계약 SLA, 주소 / 출력: 서비스센터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48000" y="63881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관련 프로그램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[Aura] customerSiteNewOverride ⊃ [LWC] customerSiteNew ⊃ addressSearch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[Apex] CustomerSiteTriggerHandler (ServiceCenterMapping__mdt)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0000" y="7246093"/>
            <a:ext cx="7200000" cy="195814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dirty="0">
                <a:solidFill>
                  <a:srgbClr val="595959"/>
                </a:solidFill>
                <a:latin typeface="맑은 고딕"/>
              </a:rPr>
              <a:t>한결공조 AS 관리 시스템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>  |  </a:t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>기능 및 화면 설계서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endParaRPr sz="8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720000" y="7236000"/>
            <a:ext cx="720000" cy="21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16</a:t>
            </a:r>
          </a:p>
        </p:txBody>
      </p:sp>
      <p:pic>
        <p:nvPicPr>
          <p:cNvPr id="57" name="Picture 12" descr="s1.jpg">
            <a:extLst>
              <a:ext uri="{FF2B5EF4-FFF2-40B4-BE49-F238E27FC236}">
                <a16:creationId xmlns:a16="http://schemas.microsoft.com/office/drawing/2014/main" id="{AE96927B-0085-F3F4-399F-DB710309F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2630488"/>
            <a:ext cx="5461000" cy="3413125"/>
          </a:xfrm>
          <a:prstGeom prst="rect">
            <a:avLst/>
          </a:prstGeom>
        </p:spPr>
      </p:pic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000" y="144000"/>
            <a:ext cx="10116000" cy="39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5496"/>
                </a:solidFill>
                <a:latin typeface="맑은 고딕"/>
              </a:rPr>
              <a:t>SC-02</a:t>
            </a:r>
            <a:r>
              <a:rPr sz="1800" b="1">
                <a:solidFill>
                  <a:srgbClr val="1F3864"/>
                </a:solidFill>
                <a:latin typeface="맑은 고딕"/>
              </a:rPr>
              <a:t>   고객사·사업장 (3/5) 주소 검색 (빠른 작업)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576000"/>
            <a:ext cx="10116000" cy="36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0" y="720000"/>
            <a:ext cx="8604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72000" y="720000"/>
            <a:ext cx="8460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기능 개요  </a:t>
            </a:r>
            <a:r>
              <a:rPr sz="1050" b="0">
                <a:solidFill>
                  <a:srgbClr val="262626"/>
                </a:solidFill>
                <a:latin typeface="맑은 고딕"/>
              </a:rPr>
              <a:t>사업장·고객사 레코드의 빠른 작업 [주소 검색]으로 주소를 바꿈.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Display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3864"/>
                </a:solidFill>
                <a:latin typeface="맑은 고딕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1548000"/>
            <a:ext cx="5616000" cy="55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48000" y="154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화면 정보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화면명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고객사·사업장 (3/5) 주소 검색 (빠른 작업)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구분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B. 고객사 · 사업장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대상 사용자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상담원 · 센터장 (캡처: 이서연)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객체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CustomerSite__c, Account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인터페이스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IF-07 도로명주소 검색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48000" y="316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기능 · 버튼 동작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48000" y="3378200"/>
            <a:ext cx="4356000" cy="1905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검색어 2글자 이상, Enter = 바로 검색, 결과 10건씩 [더 보기]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[선택] → 상세주소 입력 → [저장] (사업장은 서비스센터 자동 재지정)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승인키 만료·서버 오류는 안내 문구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8000" y="53340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입력 · 출력 항목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solidFill>
            <a:srgbClr val="F2F4F8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입력: 도로명주소 검색어, 상세주소 / 출력: 도로명주소, 지번, 우편번호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48000" y="63881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관련 프로그램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[LWC] addressEditAction ⊃ addressSearch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[Apex] AddressSearchController, CustomerSiteAddressService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0000" y="7246093"/>
            <a:ext cx="7200000" cy="195814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dirty="0">
                <a:solidFill>
                  <a:srgbClr val="595959"/>
                </a:solidFill>
                <a:latin typeface="맑은 고딕"/>
              </a:rPr>
              <a:t>한결공조 AS 관리 시스템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>  |  </a:t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>기능 및 화면 설계서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endParaRPr sz="8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720000" y="7236000"/>
            <a:ext cx="720000" cy="21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17</a:t>
            </a:r>
          </a:p>
        </p:txBody>
      </p:sp>
      <p:pic>
        <p:nvPicPr>
          <p:cNvPr id="57" name="Picture 12" descr="s1.jpg">
            <a:extLst>
              <a:ext uri="{FF2B5EF4-FFF2-40B4-BE49-F238E27FC236}">
                <a16:creationId xmlns:a16="http://schemas.microsoft.com/office/drawing/2014/main" id="{AE96927B-0085-F3F4-399F-DB710309F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2630488"/>
            <a:ext cx="5461000" cy="3413125"/>
          </a:xfrm>
          <a:prstGeom prst="rect">
            <a:avLst/>
          </a:prstGeom>
        </p:spPr>
      </p:pic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000" y="144000"/>
            <a:ext cx="10116000" cy="39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5496"/>
                </a:solidFill>
                <a:latin typeface="맑은 고딕"/>
              </a:rPr>
              <a:t>SC-02</a:t>
            </a:r>
            <a:r>
              <a:rPr sz="1800" b="1">
                <a:solidFill>
                  <a:srgbClr val="1F3864"/>
                </a:solidFill>
                <a:latin typeface="맑은 고딕"/>
              </a:rPr>
              <a:t>   고객사·사업장 (4/5) 고객사 상세 · 출동 이력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576000"/>
            <a:ext cx="10116000" cy="36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0" y="720000"/>
            <a:ext cx="8604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72000" y="720000"/>
            <a:ext cx="8460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기능 개요  </a:t>
            </a:r>
            <a:r>
              <a:rPr sz="1050" b="0">
                <a:solidFill>
                  <a:srgbClr val="262626"/>
                </a:solidFill>
                <a:latin typeface="맑은 고딕"/>
              </a:rPr>
              <a:t>고객사 레코드 페이지 "관련됨" 탭 맨 위에 출동 요약과 출동 이력. 고객사 전체의 방문 실적과 청구액을 바로 봄.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Display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3864"/>
                </a:solidFill>
                <a:latin typeface="맑은 고딕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1548000"/>
            <a:ext cx="5616000" cy="55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48000" y="154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화면 정보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화면명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고객사·사업장 (4/5) 고객사 상세 · 출동 이력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구분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B. 고객사 · 사업장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대상 사용자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상담원 · 센터장 · 관리자 (캡처: 이서연)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객체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Account, WorkOrder, CustomerSite__c, Asset, Case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인터페이스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48000" y="316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기능 · 버튼 동작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48000" y="3378200"/>
            <a:ext cx="4356000" cy="1905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출동 요약: "누적 청구액 ₩N · 방문 출동 N건 (도착·승인 대기·완료 기준)"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출동 이력(동적 관련 목록, 최신 5건) + [모두 보기] = 배정·거절 포함 전체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사업장·장비·접수 관련 목록, 하이라이트 [주소 검색]·[편집]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기사는 고객사 오브젝트 권한이 없어 이 화면을 보지 않음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8000" y="53340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입력 · 출력 항목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solidFill>
            <a:srgbClr val="F2F4F8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출력: 누적 청구액(TotalWorkOrderCharge__c), 방문 출동 수(VisitedWorkOrderCount__c), 출동 번호·장비·소유자·상태·도착 일시·총 청구액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48000" y="63881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관련 프로그램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[FlexiPage] HG_AccountRecordPage (앱 기본)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[LWC] workOrderChargeSummary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[Apex] WorkOrderChargeService (WorkOrderTriggerHandler)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0000" y="7246093"/>
            <a:ext cx="7200000" cy="195814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dirty="0">
                <a:solidFill>
                  <a:srgbClr val="595959"/>
                </a:solidFill>
                <a:latin typeface="맑은 고딕"/>
              </a:rPr>
              <a:t>한결공조 AS 관리 시스템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>  |  </a:t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>기능 및 화면 설계서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endParaRPr sz="8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720000" y="7236000"/>
            <a:ext cx="720000" cy="21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18</a:t>
            </a:r>
          </a:p>
        </p:txBody>
      </p:sp>
      <p:pic>
        <p:nvPicPr>
          <p:cNvPr id="57" name="Picture 12" descr="s1.jpg">
            <a:extLst>
              <a:ext uri="{FF2B5EF4-FFF2-40B4-BE49-F238E27FC236}">
                <a16:creationId xmlns:a16="http://schemas.microsoft.com/office/drawing/2014/main" id="{AE96927B-0085-F3F4-399F-DB710309F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50" y="1625600"/>
            <a:ext cx="5422900" cy="5422900"/>
          </a:xfrm>
          <a:prstGeom prst="rect">
            <a:avLst/>
          </a:prstGeom>
        </p:spPr>
      </p:pic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000" y="144000"/>
            <a:ext cx="10116000" cy="39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5496"/>
                </a:solidFill>
                <a:latin typeface="맑은 고딕"/>
              </a:rPr>
              <a:t>SC-02</a:t>
            </a:r>
            <a:r>
              <a:rPr sz="1800" b="1">
                <a:solidFill>
                  <a:srgbClr val="1F3864"/>
                </a:solidFill>
                <a:latin typeface="맑은 고딕"/>
              </a:rPr>
              <a:t>   고객사·사업장 (5/5) 사업장 상세 · 출동 이력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576000"/>
            <a:ext cx="10116000" cy="36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0" y="720000"/>
            <a:ext cx="8604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72000" y="720000"/>
            <a:ext cx="8460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기능 개요  </a:t>
            </a:r>
            <a:r>
              <a:rPr sz="1050" b="0">
                <a:solidFill>
                  <a:srgbClr val="262626"/>
                </a:solidFill>
                <a:latin typeface="맑은 고딕"/>
              </a:rPr>
              <a:t>사업장 레코드 페이지도 같은 구성: 출동 요약 → 출동 이력 → 장비.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Display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3864"/>
                </a:solidFill>
                <a:latin typeface="맑은 고딕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1548000"/>
            <a:ext cx="5616000" cy="55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48000" y="154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화면 정보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화면명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고객사·사업장 (5/5) 사업장 상세 · 출동 이력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구분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B. 고객사 · 사업장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대상 사용자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상담원 · 센터장 · 관리자 (캡처: 이서연)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객체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CustomerSite__c, WorkOrder, Asset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인터페이스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48000" y="316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기능 · 버튼 동작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48000" y="3378200"/>
            <a:ext cx="4356000" cy="1905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출동 요약(사업장 기준 누적 청구액·방문 출동 수)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출동 이력 최신 5건 + [모두 보기]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장비 관련 목록 [새로 만들기]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하이라이트 [팔로우]·[주소 검색]·[편집]·[복제]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8000" y="53340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입력 · 출력 항목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solidFill>
            <a:srgbClr val="F2F4F8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출력: 누적 청구액, 방문 출동 수, 출동 번호·장비·소유자·상태·도착 일시·총 청구액, 장비 시리얼·제품·상태·설치 날짜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48000" y="63881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관련 프로그램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[FlexiPage] HG_CustomerSiteRecordPage (앱 기본)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[LWC] workOrderChargeSummary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0000" y="7246093"/>
            <a:ext cx="7200000" cy="195814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dirty="0">
                <a:solidFill>
                  <a:srgbClr val="595959"/>
                </a:solidFill>
                <a:latin typeface="맑은 고딕"/>
              </a:rPr>
              <a:t>한결공조 AS 관리 시스템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>  |  </a:t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>기능 및 화면 설계서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endParaRPr sz="8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720000" y="7236000"/>
            <a:ext cx="720000" cy="21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19</a:t>
            </a:r>
          </a:p>
        </p:txBody>
      </p:sp>
      <p:pic>
        <p:nvPicPr>
          <p:cNvPr id="57" name="Picture 12" descr="s1.jpg">
            <a:extLst>
              <a:ext uri="{FF2B5EF4-FFF2-40B4-BE49-F238E27FC236}">
                <a16:creationId xmlns:a16="http://schemas.microsoft.com/office/drawing/2014/main" id="{AE96927B-0085-F3F4-399F-DB710309F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2319514"/>
            <a:ext cx="5461000" cy="4035072"/>
          </a:xfrm>
          <a:prstGeom prst="rect">
            <a:avLst/>
          </a:prstGeom>
        </p:spPr>
      </p:pic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000" y="144000"/>
            <a:ext cx="10116000" cy="39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5496"/>
                </a:solidFill>
                <a:latin typeface="맑은 고딕"/>
              </a:rPr>
              <a:t>SC-04</a:t>
            </a:r>
            <a:r>
              <a:rPr sz="1800" b="1">
                <a:solidFill>
                  <a:srgbClr val="1F3864"/>
                </a:solidFill>
                <a:latin typeface="맑은 고딕"/>
              </a:rPr>
              <a:t>   장비 상세 (1/2) 장비 카드 · 보증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576000"/>
            <a:ext cx="10116000" cy="36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0" y="720000"/>
            <a:ext cx="8604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72000" y="720000"/>
            <a:ext cx="8460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기능 개요  </a:t>
            </a:r>
            <a:r>
              <a:rPr sz="1050" b="0">
                <a:solidFill>
                  <a:srgbClr val="262626"/>
                </a:solidFill>
                <a:latin typeface="맑은 고딕"/>
              </a:rPr>
              <a:t>접수 전에 장비의 보증 상태·부품별 만료일·누적 실적을 한 카드에서 확인.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Display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3864"/>
                </a:solidFill>
                <a:latin typeface="맑은 고딕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1548000"/>
            <a:ext cx="5616000" cy="55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48000" y="154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화면 정보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화면명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장비 상세 (1/2) 장비 카드 · 보증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구분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A. 접수 · 장비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대상 사용자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상담원 · 센터장 (캡처: 이서연)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객체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Asset, Case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인터페이스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48000" y="316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기능 · 버튼 동작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48000" y="3378200"/>
            <a:ext cx="4356000" cy="1905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보증 상태 배지(보증 중/부분 보증/보증 만료/미확정)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기본 정보: 시리얼·제품·고객사·설치 사업장·설치 날짜·판매 경로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누적 접수·마지막 접수일·90일 내 접수 수·반복 고장·누적 청구액(도움말 아이콘)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보증: 시작일·연장보증 여부·기본·압축기·연장 만료일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레코드 변경 시 자동 갱신(LDS)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8000" y="53340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입력 · 출력 항목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solidFill>
            <a:srgbClr val="F2F4F8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출력: 위 항목 전부 읽기 전용 (집계 필드는 트리거·Batch가 계산)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48000" y="63881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관련 프로그램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[LWC] assetDetail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[Apex] AssetDetailController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[FlexiPage] HG_AssetRecordPage (앱 기본 장비 페이지)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0000" y="7246093"/>
            <a:ext cx="7200000" cy="195814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dirty="0">
                <a:solidFill>
                  <a:srgbClr val="595959"/>
                </a:solidFill>
                <a:latin typeface="맑은 고딕"/>
              </a:rPr>
              <a:t>한결공조 AS 관리 시스템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>  |  </a:t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>기능 및 화면 설계서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endParaRPr sz="8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720000" y="7236000"/>
            <a:ext cx="720000" cy="21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20</a:t>
            </a:r>
          </a:p>
        </p:txBody>
      </p:sp>
      <p:pic>
        <p:nvPicPr>
          <p:cNvPr id="57" name="Picture 12" descr="s1.jpg">
            <a:extLst>
              <a:ext uri="{FF2B5EF4-FFF2-40B4-BE49-F238E27FC236}">
                <a16:creationId xmlns:a16="http://schemas.microsoft.com/office/drawing/2014/main" id="{AE96927B-0085-F3F4-399F-DB710309F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2630488"/>
            <a:ext cx="5461000" cy="3413125"/>
          </a:xfrm>
          <a:prstGeom prst="rect">
            <a:avLst/>
          </a:prstGeom>
        </p:spPr>
      </p:pic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000" y="144000"/>
            <a:ext cx="10116000" cy="39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5496"/>
                </a:solidFill>
                <a:latin typeface="맑은 고딕"/>
              </a:rPr>
              <a:t>SC-04</a:t>
            </a:r>
            <a:r>
              <a:rPr sz="1800" b="1">
                <a:solidFill>
                  <a:srgbClr val="1F3864"/>
                </a:solidFill>
                <a:latin typeface="맑은 고딕"/>
              </a:rPr>
              <a:t>   장비 상세 (2/2) 접수 이력 · 출동 요약 · 출동 이력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576000"/>
            <a:ext cx="10116000" cy="36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0" y="720000"/>
            <a:ext cx="8604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72000" y="720000"/>
            <a:ext cx="8460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기능 개요  </a:t>
            </a:r>
            <a:r>
              <a:rPr sz="1050" b="0">
                <a:solidFill>
                  <a:srgbClr val="262626"/>
                </a:solidFill>
                <a:latin typeface="맑은 고딕"/>
              </a:rPr>
              <a:t>장비의 접수 이력과 출동 이력을 이어서 봄. 반복 고장 여부와 지금까지 청구액을 함께 판단.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Display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3864"/>
                </a:solidFill>
                <a:latin typeface="맑은 고딕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1548000"/>
            <a:ext cx="5616000" cy="55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48000" y="154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화면 정보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화면명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장비 상세 (2/2) 접수 이력 · 출동 요약 · 출동 이력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구분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A. 접수 · 장비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대상 사용자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상담원 · 센터장 (캡처: 이서연)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객체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Asset, Case, WorkOrder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인터페이스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48000" y="316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기능 · 버튼 동작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48000" y="3378200"/>
            <a:ext cx="4356000" cy="1905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접수 이력 최신 5건(반복 고장 경고 표시) + 안내 문구 + [모두 보기]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출동 요약: 누적 청구액 · 방문 출동 N건 (도착·승인 대기·완료 기준)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출동 이력(동적 관련 목록 5건): 출동 번호·소유자·상태·도착 일시·총 청구액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[모두 보기] = 배정·거절을 포함한 전체 출동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8000" y="53340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입력 · 출력 항목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solidFill>
            <a:srgbClr val="F2F4F8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출력: 접수 번호·접수일·증상 유형·상태·반복 고장·서비스센터 / 출동 번호·소유자·상태·도착 일시·총 청구액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48000" y="63881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관련 프로그램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[LWC] assetRecentCases, workOrderChargeSummary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[Apex] AssetDetailController, WorkOrderChargeService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0000" y="7246093"/>
            <a:ext cx="7200000" cy="195814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dirty="0">
                <a:solidFill>
                  <a:srgbClr val="595959"/>
                </a:solidFill>
                <a:latin typeface="맑은 고딕"/>
              </a:rPr>
              <a:t>한결공조 AS 관리 시스템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>  |  </a:t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>기능 및 화면 설계서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endParaRPr sz="8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720000" y="7236000"/>
            <a:ext cx="720000" cy="21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21</a:t>
            </a:r>
          </a:p>
        </p:txBody>
      </p:sp>
      <p:pic>
        <p:nvPicPr>
          <p:cNvPr id="57" name="Picture 12" descr="s1.jpg">
            <a:extLst>
              <a:ext uri="{FF2B5EF4-FFF2-40B4-BE49-F238E27FC236}">
                <a16:creationId xmlns:a16="http://schemas.microsoft.com/office/drawing/2014/main" id="{AE96927B-0085-F3F4-399F-DB710309F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2440869"/>
            <a:ext cx="5461000" cy="3792361"/>
          </a:xfrm>
          <a:prstGeom prst="rect">
            <a:avLst/>
          </a:prstGeom>
        </p:spPr>
      </p:pic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000" y="144000"/>
            <a:ext cx="10116000" cy="39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5496"/>
                </a:solidFill>
                <a:latin typeface="맑은 고딕"/>
              </a:rPr>
              <a:t>SC-07</a:t>
            </a:r>
            <a:r>
              <a:rPr sz="1800" b="1">
                <a:solidFill>
                  <a:srgbClr val="1F3864"/>
                </a:solidFill>
                <a:latin typeface="맑은 고딕"/>
              </a:rPr>
              <a:t>   배정 (1/4) 배정 대기 접수 목록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576000"/>
            <a:ext cx="10116000" cy="36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0" y="720000"/>
            <a:ext cx="8604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72000" y="720000"/>
            <a:ext cx="8460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기능 개요  </a:t>
            </a:r>
            <a:r>
              <a:rPr sz="1050" b="0">
                <a:solidFill>
                  <a:srgbClr val="262626"/>
                </a:solidFill>
                <a:latin typeface="맑은 고딕"/>
              </a:rPr>
              <a:t>배정 보드는 부분 구현: 목록 보기 "배정 대기 접수"(센터장 홈에도 표시) + 접수 [기사 배정]. SLA 순 정렬·기사 일정·자격 확인은 없음.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Display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3864"/>
                </a:solidFill>
                <a:latin typeface="맑은 고딕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1548000"/>
            <a:ext cx="5616000" cy="55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48000" y="154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화면 정보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화면명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배정 (1/4) 배정 대기 접수 목록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구분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C. 배정 · 출동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대상 사용자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센터장 (캡처: 김병철)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객체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Case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인터페이스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48000" y="316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기능 · 버튼 동작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48000" y="3378200"/>
            <a:ext cx="4356000" cy="1905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필터: 상태 = 접수, 공유: 센터장 역할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열: 접수 번호·중요도·SLA 마감·SLA 초과·제목·증상·고객사·사업장·서비스센터·반복 고장·시작 일자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접수 번호 클릭 → 접수 화면에서 [기사 배정]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8000" y="53340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입력 · 출력 항목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solidFill>
            <a:srgbClr val="F2F4F8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출력: 위 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48000" y="63881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관련 프로그램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[ListView] Case.HG_AwaitingDispatch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[Queue] 센터 Queue + 공유 규칙(접수 2)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0000" y="7246093"/>
            <a:ext cx="7200000" cy="195814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dirty="0">
                <a:solidFill>
                  <a:srgbClr val="595959"/>
                </a:solidFill>
                <a:latin typeface="맑은 고딕"/>
              </a:rPr>
              <a:t>한결공조 AS 관리 시스템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>  |  </a:t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>기능 및 화면 설계서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endParaRPr sz="8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720000" y="7236000"/>
            <a:ext cx="720000" cy="21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22</a:t>
            </a:r>
          </a:p>
        </p:txBody>
      </p:sp>
      <p:pic>
        <p:nvPicPr>
          <p:cNvPr id="57" name="Picture 12" descr="s1.jpg">
            <a:extLst>
              <a:ext uri="{FF2B5EF4-FFF2-40B4-BE49-F238E27FC236}">
                <a16:creationId xmlns:a16="http://schemas.microsoft.com/office/drawing/2014/main" id="{AE96927B-0085-F3F4-399F-DB710309F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2630488"/>
            <a:ext cx="5461000" cy="3413125"/>
          </a:xfrm>
          <a:prstGeom prst="rect">
            <a:avLst/>
          </a:prstGeom>
        </p:spPr>
      </p:pic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000" y="144000"/>
            <a:ext cx="10116000" cy="39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5496"/>
                </a:solidFill>
                <a:latin typeface="맑은 고딕"/>
              </a:rPr>
              <a:t>SC-07</a:t>
            </a:r>
            <a:r>
              <a:rPr sz="1800" b="1">
                <a:solidFill>
                  <a:srgbClr val="1F3864"/>
                </a:solidFill>
                <a:latin typeface="맑은 고딕"/>
              </a:rPr>
              <a:t>   배정 (2/4) 접수 화면 · 접수 경로 안내 (접수)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576000"/>
            <a:ext cx="10116000" cy="36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0" y="720000"/>
            <a:ext cx="8604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72000" y="720000"/>
            <a:ext cx="8460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기능 개요  </a:t>
            </a:r>
            <a:r>
              <a:rPr sz="1050" b="0">
                <a:solidFill>
                  <a:srgbClr val="262626"/>
                </a:solidFill>
                <a:latin typeface="맑은 고딕"/>
              </a:rPr>
              <a:t>접수 레코드 페이지. 첫 버튼이 [기사 배정]이고, 접수 경로(Path) "접수" 단계에서 다음 할 일을 안내.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Display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3864"/>
                </a:solidFill>
                <a:latin typeface="맑은 고딕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1548000"/>
            <a:ext cx="5616000" cy="55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48000" y="154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화면 정보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화면명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배정 (2/4) 접수 화면 · 접수 경로 안내 (접수)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구분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C. 배정 · 출동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대상 사용자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센터장 · 상담원 (캡처: 김병철)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객체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Case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인터페이스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48000" y="316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기능 · 버튼 동작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48000" y="3378200"/>
            <a:ext cx="4356000" cy="1905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하이라이트: [팔로우]·[기사 배정](사용자 지정 권한 HG_DispatchWorkOrder일 때만)·[편집]·[접수 취소]·[소유자 변경]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경로: 접수 → 처리 중 → 완료 → 마감됨. "접수" 단계 안내 "[기사 배정]으로 출동을 만드세요." + 기사·목적·일시를 고르면 처리 중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출동 관련 목록 [새로 만들기] 숨김 — 출동은 [기사 배정]으로만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[접수 취소] = 화면 Flow(취소 사유 필수)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8000" y="53340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입력 · 출력 항목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solidFill>
            <a:srgbClr val="F2F4F8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출력: 접수 정보·내용·SLA 섹션, 피드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48000" y="63881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관련 프로그램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[FlexiPage] HG_CaseRecordPage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[PathAssistant] Case_Status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[Flow] Case_Screen_Cancel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0000" y="7246093"/>
            <a:ext cx="7200000" cy="195814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dirty="0">
                <a:solidFill>
                  <a:srgbClr val="595959"/>
                </a:solidFill>
                <a:latin typeface="맑은 고딕"/>
              </a:rPr>
              <a:t>한결공조 AS 관리 시스템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>  |  </a:t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>기능 및 화면 설계서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endParaRPr sz="8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720000" y="7236000"/>
            <a:ext cx="720000" cy="21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23</a:t>
            </a:r>
          </a:p>
        </p:txBody>
      </p:sp>
      <p:pic>
        <p:nvPicPr>
          <p:cNvPr id="57" name="Picture 12" descr="s1.jpg">
            <a:extLst>
              <a:ext uri="{FF2B5EF4-FFF2-40B4-BE49-F238E27FC236}">
                <a16:creationId xmlns:a16="http://schemas.microsoft.com/office/drawing/2014/main" id="{AE96927B-0085-F3F4-399F-DB710309F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2630488"/>
            <a:ext cx="5461000" cy="3413125"/>
          </a:xfrm>
          <a:prstGeom prst="rect">
            <a:avLst/>
          </a:prstGeom>
        </p:spPr>
      </p:pic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000" y="144000"/>
            <a:ext cx="10116000" cy="39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5496"/>
                </a:solidFill>
                <a:latin typeface="맑은 고딕"/>
              </a:rPr>
              <a:t>SC-07</a:t>
            </a:r>
            <a:r>
              <a:rPr sz="1800" b="1">
                <a:solidFill>
                  <a:srgbClr val="1F3864"/>
                </a:solidFill>
                <a:latin typeface="맑은 고딕"/>
              </a:rPr>
              <a:t>   배정 (3/4) [기사 배정]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576000"/>
            <a:ext cx="10116000" cy="36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0" y="720000"/>
            <a:ext cx="8604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72000" y="720000"/>
            <a:ext cx="8460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기능 개요  </a:t>
            </a:r>
            <a:r>
              <a:rPr sz="1050" b="0">
                <a:solidFill>
                  <a:srgbClr val="262626"/>
                </a:solidFill>
                <a:latin typeface="맑은 고딕"/>
              </a:rPr>
              <a:t>접수에서 출동을 만드는 유일한 경로. 우리 센터 기사를 고르고 방문 일정을 정하면 출동 생성 + 접수 처리 중.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Display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3864"/>
                </a:solidFill>
                <a:latin typeface="맑은 고딕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1548000"/>
            <a:ext cx="5616000" cy="55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48000" y="154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화면 정보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화면명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배정 (3/4) [기사 배정]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구분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C. 배정 · 출동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대상 사용자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센터장 · 관리자 (캡처: 김병철)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객체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Case, WorkOrder, User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인터페이스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48000" y="316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기능 · 버튼 동작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48000" y="3378200"/>
            <a:ext cx="4356000" cy="1905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접수 요약(번호·장비·사업장·증상·중요도)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기사 목록 = HG_Technician 권한 집합 + 실행 사용자 역할 아래(운영팀장은 전체)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[배정] → 출동 생성(장비·고객사·사업장·서비스센터 복사, 소유자 기사, 상태 배정, 회차 +1, 출장비 = 기준값 VisitFee)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종결·취소 접수·권한 없음은 안내만, 같은 접수 다시 사용 가능(새 출동)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8000" y="53340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입력 · 출력 항목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solidFill>
            <a:srgbClr val="F2F4F8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입력: 기사(필수), 출동 목적(필수), 방문 예정 일시(필수), 작업 지시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48000" y="63881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관련 프로그램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[QuickAction] Case.HG_DispatchTechnician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[Flow] Case_Screen_DispatchTechnician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[Apex] DispatchService (invocable load·dispatch, SYSTEM_MODE + 권한 관문)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0000" y="7246093"/>
            <a:ext cx="7200000" cy="195814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dirty="0">
                <a:solidFill>
                  <a:srgbClr val="595959"/>
                </a:solidFill>
                <a:latin typeface="맑은 고딕"/>
              </a:rPr>
              <a:t>한결공조 AS 관리 시스템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>  |  </a:t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>기능 및 화면 설계서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endParaRPr sz="8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720000" y="7236000"/>
            <a:ext cx="720000" cy="21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24</a:t>
            </a:r>
          </a:p>
        </p:txBody>
      </p:sp>
      <p:pic>
        <p:nvPicPr>
          <p:cNvPr id="57" name="Picture 12" descr="s1.jpg">
            <a:extLst>
              <a:ext uri="{FF2B5EF4-FFF2-40B4-BE49-F238E27FC236}">
                <a16:creationId xmlns:a16="http://schemas.microsoft.com/office/drawing/2014/main" id="{AE96927B-0085-F3F4-399F-DB710309F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2630488"/>
            <a:ext cx="5461000" cy="3413125"/>
          </a:xfrm>
          <a:prstGeom prst="rect">
            <a:avLst/>
          </a:prstGeom>
        </p:spPr>
      </p:pic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000" y="144000"/>
            <a:ext cx="10116000" cy="39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5496"/>
                </a:solidFill>
                <a:latin typeface="맑은 고딕"/>
              </a:rPr>
              <a:t>SC-07</a:t>
            </a:r>
            <a:r>
              <a:rPr sz="1800" b="1">
                <a:solidFill>
                  <a:srgbClr val="1F3864"/>
                </a:solidFill>
                <a:latin typeface="맑은 고딕"/>
              </a:rPr>
              <a:t>   배정 (4/4) 접수 경로 안내 (완료)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576000"/>
            <a:ext cx="10116000" cy="36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0" y="720000"/>
            <a:ext cx="8604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72000" y="720000"/>
            <a:ext cx="8460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기능 개요  </a:t>
            </a:r>
            <a:r>
              <a:rPr sz="1050" b="0">
                <a:solidFill>
                  <a:srgbClr val="262626"/>
                </a:solidFill>
                <a:latin typeface="맑은 고딕"/>
              </a:rPr>
              <a:t>마지막 열린 출동이 완료되면 접수가 자동으로 완료(BR-18). "완료" 단계 안내로 확인 후 종결하게 함.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Display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3864"/>
                </a:solidFill>
                <a:latin typeface="맑은 고딕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1548000"/>
            <a:ext cx="5616000" cy="55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48000" y="154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화면 정보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화면명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배정 (4/4) 접수 경로 안내 (완료)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구분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C. 배정 · 출동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대상 사용자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센터장 (캡처: 김병철)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객체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Case, WorkOrder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인터페이스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48000" y="316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기능 · 버튼 동작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48000" y="3378200"/>
            <a:ext cx="4356000" cy="1905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처리 중 → 완료 자동(열린 출동 0·완료 출동 1 이상), 완료 접수에 출동이 다시 생기면 처리 중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열린 출동이 있으면 완료·종결 불가(검증 규칙 OpenWorkOrders_BlockClose)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경로 "완료" 단계 안내: "판정·승인·청구를 확인하고 종결하세요. … 종결하면 수정할 수 없습니다."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센터장 홈 "종결 대기 접수" 목록에 표시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8000" y="53340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입력 · 출력 항목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solidFill>
            <a:srgbClr val="F2F4F8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출력: 열린 출동 수(OpenWorkOrderCount__c)·완료 출동 수(CompletedWorkOrderCount__c), 상태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48000" y="63881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관련 프로그램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[Apex] CaseWorkOrderStatsService (WorkOrderTriggerHandler 1.2)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[VR] Case.OpenWorkOrders_BlockClose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[PathAssistant] Case_Status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0000" y="7246093"/>
            <a:ext cx="7200000" cy="195814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dirty="0">
                <a:solidFill>
                  <a:srgbClr val="595959"/>
                </a:solidFill>
                <a:latin typeface="맑은 고딕"/>
              </a:rPr>
              <a:t>한결공조 AS 관리 시스템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>  |  </a:t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>기능 및 화면 설계서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endParaRPr sz="8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720000" y="7236000"/>
            <a:ext cx="720000" cy="21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25</a:t>
            </a:r>
          </a:p>
        </p:txBody>
      </p:sp>
      <p:pic>
        <p:nvPicPr>
          <p:cNvPr id="57" name="Picture 12" descr="s1.jpg">
            <a:extLst>
              <a:ext uri="{FF2B5EF4-FFF2-40B4-BE49-F238E27FC236}">
                <a16:creationId xmlns:a16="http://schemas.microsoft.com/office/drawing/2014/main" id="{AE96927B-0085-F3F4-399F-DB710309F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2630488"/>
            <a:ext cx="5461000" cy="3413125"/>
          </a:xfrm>
          <a:prstGeom prst="rect">
            <a:avLst/>
          </a:prstGeom>
        </p:spPr>
      </p:pic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000" y="144000"/>
            <a:ext cx="10116000" cy="39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5496"/>
                </a:solidFill>
                <a:latin typeface="맑은 고딕"/>
              </a:rPr>
              <a:t>SC-09</a:t>
            </a:r>
            <a:r>
              <a:rPr sz="1800" b="1">
                <a:solidFill>
                  <a:srgbClr val="1F3864"/>
                </a:solidFill>
                <a:latin typeface="맑은 고딕"/>
              </a:rPr>
              <a:t>   출동 작업 입력 (사용 부품)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576000"/>
            <a:ext cx="10116000" cy="36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0" y="720000"/>
            <a:ext cx="8604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72000" y="720000"/>
            <a:ext cx="8460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기능 개요  </a:t>
            </a:r>
            <a:r>
              <a:rPr sz="1050" b="0">
                <a:solidFill>
                  <a:srgbClr val="262626"/>
                </a:solidFill>
                <a:latin typeface="맑은 고딕"/>
              </a:rPr>
              <a:t>기사가 출동 화면에서 자기 차량 재고로 사용 부품을 넣고 유·무상 판정·청구액·ERP 전송 상태를 확인.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Display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3864"/>
                </a:solidFill>
                <a:latin typeface="맑은 고딕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1548000"/>
            <a:ext cx="5616000" cy="55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48000" y="154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화면 정보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화면명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출동 작업 입력 (사용 부품)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구분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C. 배정 · 출동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대상 사용자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협력 기사 · 센터장 (캡처: 최민호)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객체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WorkOrder, ProductConsumed, ProductItem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인터페이스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IF-03 사용 부품 → ERP 차감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48000" y="316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기능 · 버튼 동작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48000" y="3378200"/>
            <a:ext cx="4356000" cy="1905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하이라이트(동적 작업): [편집]·[승인 요청]·[소유자 변경]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내 차량 재고만 목록, 남은 0은 선택 불가, 남은 수량 초과 거부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[추가] → 트리거가 보증 기준으로 유·무상 판정, 유상 부품비·총 청구액 갱신, 승인 필요 배지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ERP 전송 상태·ERP 남은 수량 표시(Queueable 전송, 실패 시 매시 재전송)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현장 정보는 출동 Formula(기사는 고객사·장비 권한 없음)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8000" y="53340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입력 · 출력 항목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solidFill>
            <a:srgbClr val="F2F4F8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입력: 내 차량 재고, 수량 / 출력: 부품·사용 수량·최종 판정·금액·ERP 전송 상태·ERP 남은 수량, 유상 부품비·총 청구액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48000" y="63881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관련 프로그램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[LWC] workOrderParts ⊃ partAddForm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[Apex] WorkOrderPartsController, VanStockService, WarrantyService, ErpInventoryService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[FlexiPage] HG_WorkOrderRecordPage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0000" y="7246093"/>
            <a:ext cx="7200000" cy="195814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dirty="0">
                <a:solidFill>
                  <a:srgbClr val="595959"/>
                </a:solidFill>
                <a:latin typeface="맑은 고딕"/>
              </a:rPr>
              <a:t>한결공조 AS 관리 시스템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>  |  </a:t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>기능 및 화면 설계서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endParaRPr sz="8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720000" y="7236000"/>
            <a:ext cx="720000" cy="21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26</a:t>
            </a:r>
          </a:p>
        </p:txBody>
      </p:sp>
      <p:pic>
        <p:nvPicPr>
          <p:cNvPr id="57" name="Picture 12" descr="s1.jpg">
            <a:extLst>
              <a:ext uri="{FF2B5EF4-FFF2-40B4-BE49-F238E27FC236}">
                <a16:creationId xmlns:a16="http://schemas.microsoft.com/office/drawing/2014/main" id="{AE96927B-0085-F3F4-399F-DB710309F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2251251"/>
            <a:ext cx="5461000" cy="4171597"/>
          </a:xfrm>
          <a:prstGeom prst="rect">
            <a:avLst/>
          </a:prstGeom>
        </p:spPr>
      </p:pic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000" y="144000"/>
            <a:ext cx="10116000" cy="39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5496"/>
                </a:solidFill>
                <a:latin typeface="맑은 고딕"/>
              </a:rPr>
              <a:t>SC-10</a:t>
            </a:r>
            <a:r>
              <a:rPr sz="1800" b="1">
                <a:solidFill>
                  <a:srgbClr val="1F3864"/>
                </a:solidFill>
                <a:latin typeface="맑은 고딕"/>
              </a:rPr>
              <a:t>   승인 (1/2) 출동 [승인 요청]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576000"/>
            <a:ext cx="10116000" cy="36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0" y="720000"/>
            <a:ext cx="8604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72000" y="720000"/>
            <a:ext cx="8460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기능 개요  </a:t>
            </a:r>
            <a:r>
              <a:rPr sz="1050" b="0">
                <a:solidFill>
                  <a:srgbClr val="262626"/>
                </a:solidFill>
                <a:latin typeface="맑은 고딕"/>
              </a:rPr>
              <a:t>출동 빠른 작업 [승인 요청]: 승인이 필요한 이유를 보여 주고 사유·동의·메모를 받아 센터장 승인(AP1)에 제출.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Display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3864"/>
                </a:solidFill>
                <a:latin typeface="맑은 고딕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1548000"/>
            <a:ext cx="5616000" cy="55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48000" y="154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화면 정보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화면명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승인 (1/2) 출동 [승인 요청]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구분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D. 승인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대상 사용자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협력 기사 · 관리자 (캡처: 최민호)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객체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WorkOrder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인터페이스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48000" y="316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기능 · 버튼 동작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48000" y="3378200"/>
            <a:ext cx="4356000" cy="1905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승인 필요 이유: 예외 무상 부품 N건, 청구 합계 / 승인 기준 금액(ApprovalAmount)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기준 초과면 빨간 안내 + 고객 동의 체크 필수, 사유 필수(255자)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[다음] → 요약(ApprovalSummary__c) 저장·제출, 제출 실패 시 저장도 되돌림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도착 아님·승인 불필요·이미 승인 대기는 안내만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8000" y="53340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입력 · 출력 항목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solidFill>
            <a:srgbClr val="F2F4F8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입력: 승인 요청 사유, 고객 유상 동의, 센터장에게 남길 메모 / 출력: 예외 무상 건수, 청구 합계, 기준 금액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48000" y="63881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관련 프로그램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[QuickAction] WorkOrder.HG_RequestApproval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[Flow] WorkOrder_Screen_RequestApproval → WorkOrder_Sub_SubmitApproval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[Approval] HG_WorkOrderApproval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0000" y="7246093"/>
            <a:ext cx="7200000" cy="195814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dirty="0">
                <a:solidFill>
                  <a:srgbClr val="595959"/>
                </a:solidFill>
                <a:latin typeface="맑은 고딕"/>
              </a:rPr>
              <a:t>한결공조 AS 관리 시스템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>  |  </a:t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>기능 및 화면 설계서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endParaRPr sz="8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720000" y="7236000"/>
            <a:ext cx="720000" cy="21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27</a:t>
            </a:r>
          </a:p>
        </p:txBody>
      </p:sp>
      <p:pic>
        <p:nvPicPr>
          <p:cNvPr id="57" name="Picture 12" descr="s1.jpg">
            <a:extLst>
              <a:ext uri="{FF2B5EF4-FFF2-40B4-BE49-F238E27FC236}">
                <a16:creationId xmlns:a16="http://schemas.microsoft.com/office/drawing/2014/main" id="{AE96927B-0085-F3F4-399F-DB710309F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2630488"/>
            <a:ext cx="5461000" cy="3413125"/>
          </a:xfrm>
          <a:prstGeom prst="rect">
            <a:avLst/>
          </a:prstGeom>
        </p:spPr>
      </p:pic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000" y="144000"/>
            <a:ext cx="10116000" cy="39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5496"/>
                </a:solidFill>
                <a:latin typeface="맑은 고딕"/>
              </a:rPr>
              <a:t>SC-10</a:t>
            </a:r>
            <a:r>
              <a:rPr sz="1800" b="1">
                <a:solidFill>
                  <a:srgbClr val="1F3864"/>
                </a:solidFill>
                <a:latin typeface="맑은 고딕"/>
              </a:rPr>
              <a:t>   승인 (2/2) 승인 화면 (승인 요청 요약)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576000"/>
            <a:ext cx="10116000" cy="36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0" y="720000"/>
            <a:ext cx="8604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72000" y="720000"/>
            <a:ext cx="8460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기능 개요  </a:t>
            </a:r>
            <a:r>
              <a:rPr sz="1050" b="0">
                <a:solidFill>
                  <a:srgbClr val="262626"/>
                </a:solidFill>
                <a:latin typeface="맑은 고딕"/>
              </a:rPr>
              <a:t>센터장이 승인할 항목(홈) 또는 메일 링크로 여는 표준 승인 화면. 판단에 필요한 값과 요약 댓글을 한 화면에.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Display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3864"/>
                </a:solidFill>
                <a:latin typeface="맑은 고딕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1548000"/>
            <a:ext cx="5616000" cy="55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48000" y="154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화면 정보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화면명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승인 (2/2) 승인 화면 (승인 요청 요약)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구분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D. 승인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대상 사용자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센터장 (승인자) · 관리자 (캡처: 관리자, 10/16)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객체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ProcessInstanceWorkitem, WorkOrder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인터페이스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48000" y="316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기능 · 버튼 동작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48000" y="3378200"/>
            <a:ext cx="4356000" cy="1905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승인 페이지 필드 13개: 출동·접수·고객사·사업장·장비·보증 상태·총 청구액·부품비 합계·예외 무상 부품 수·승인 요청 사유·고객 동의·소유자·반려 사유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제출자 댓글 = 승인 요청 요약(이유·부품별 줄·사유·고객 동의·메모)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[승인]·[거부]·[재할당] → 출동 상태 도착 복귀 + 승인 상태 갱신 + 결과 메일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승인 대기 중 출동은 상태 승인 대기(PendingApproval)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8000" y="53340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입력 · 출력 항목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solidFill>
            <a:srgbClr val="F2F4F8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입력: 승인/거부 의견 / 출력: 위 필드, 제출자·제출 날짜·실제 승인자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48000" y="63881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관련 프로그램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[Approval] HG_WorkOrderApproval (승인 페이지 필드)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[Workflow] WorkOrder 필드 업데이트·메일 알림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[Email] HG_WO_ApprovalRequest·HG_WO_ApprovalResult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0000" y="7246093"/>
            <a:ext cx="7200000" cy="195814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dirty="0">
                <a:solidFill>
                  <a:srgbClr val="595959"/>
                </a:solidFill>
                <a:latin typeface="맑은 고딕"/>
              </a:rPr>
              <a:t>한결공조 AS 관리 시스템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>  |  </a:t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>기능 및 화면 설계서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endParaRPr sz="8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720000" y="7236000"/>
            <a:ext cx="720000" cy="21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28</a:t>
            </a:r>
          </a:p>
        </p:txBody>
      </p:sp>
      <p:pic>
        <p:nvPicPr>
          <p:cNvPr id="57" name="Picture 12" descr="s1.jpg">
            <a:extLst>
              <a:ext uri="{FF2B5EF4-FFF2-40B4-BE49-F238E27FC236}">
                <a16:creationId xmlns:a16="http://schemas.microsoft.com/office/drawing/2014/main" id="{AE96927B-0085-F3F4-399F-DB710309F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2630488"/>
            <a:ext cx="5461000" cy="3413125"/>
          </a:xfrm>
          <a:prstGeom prst="rect">
            <a:avLst/>
          </a:prstGeom>
        </p:spPr>
      </p:pic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000" y="144000"/>
            <a:ext cx="10116000" cy="39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5496"/>
                </a:solidFill>
                <a:latin typeface="맑은 고딕"/>
              </a:rPr>
              <a:t>SC-12</a:t>
            </a:r>
            <a:r>
              <a:rPr sz="1800" b="1">
                <a:solidFill>
                  <a:srgbClr val="1F3864"/>
                </a:solidFill>
                <a:latin typeface="맑은 고딕"/>
              </a:rPr>
              <a:t>   운영 대시보드 (1/2) 리포트 탭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576000"/>
            <a:ext cx="10116000" cy="36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0" y="720000"/>
            <a:ext cx="8604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72000" y="720000"/>
            <a:ext cx="8460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기능 개요  </a:t>
            </a:r>
            <a:r>
              <a:rPr sz="1050" b="0">
                <a:solidFill>
                  <a:srgbClr val="262626"/>
                </a:solidFill>
                <a:latin typeface="맑은 고딕"/>
              </a:rPr>
              <a:t>앱 탭 "보고서". 폴더 "한결공조 운영 리포트"(3)와 "센터장 리포트"(1). 기사 프로필은 탭 숨김.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Display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3864"/>
                </a:solidFill>
                <a:latin typeface="맑은 고딕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1548000"/>
            <a:ext cx="5616000" cy="55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48000" y="154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화면 정보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화면명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운영 대시보드 (1/2) 리포트 탭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구분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E. 리포트 · 재고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대상 사용자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센터장 · 관리자 · 상담원 (캡처: 김병철)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객체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Report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인터페이스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48000" y="316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기능 · 버튼 동작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48000" y="3378200"/>
            <a:ext cx="4356000" cy="1905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센터 진행 중 접수·긴급(지난 30일) — 센터장 리포트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긴급 접수 현황 · 센터별 접수 현황 · 보증 상태별 장비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보고서 열기 → 필터·차트, 공유는 폴더 단위(센터장 역할)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8000" y="53340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입력 · 출력 항목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solidFill>
            <a:srgbClr val="F2F4F8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출력: 보고서 이름·설명·폴더·작성자·작성 일자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48000" y="63881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관련 프로그램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[Report] HG_CenterCasesByPriority, UrgentCasesByServiceCenter, CasesByServiceCenter, AssetsByWarrantyStatus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[ReportFolder] HangyeolOpsReports, HG_CenterManagerReports(센터장 리포트)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0000" y="7246093"/>
            <a:ext cx="7200000" cy="195814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dirty="0">
                <a:solidFill>
                  <a:srgbClr val="595959"/>
                </a:solidFill>
                <a:latin typeface="맑은 고딕"/>
              </a:rPr>
              <a:t>한결공조 AS 관리 시스템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>  |  </a:t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>기능 및 화면 설계서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endParaRPr sz="8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720000" y="7236000"/>
            <a:ext cx="720000" cy="21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29</a:t>
            </a:r>
          </a:p>
        </p:txBody>
      </p:sp>
      <p:pic>
        <p:nvPicPr>
          <p:cNvPr id="57" name="Picture 12" descr="s1.jpg">
            <a:extLst>
              <a:ext uri="{FF2B5EF4-FFF2-40B4-BE49-F238E27FC236}">
                <a16:creationId xmlns:a16="http://schemas.microsoft.com/office/drawing/2014/main" id="{AE96927B-0085-F3F4-399F-DB710309F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2630488"/>
            <a:ext cx="5461000" cy="3413125"/>
          </a:xfrm>
          <a:prstGeom prst="rect">
            <a:avLst/>
          </a:prstGeom>
        </p:spPr>
      </p:pic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000" y="144000"/>
            <a:ext cx="10116000" cy="39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5496"/>
                </a:solidFill>
                <a:latin typeface="맑은 고딕"/>
              </a:rPr>
              <a:t>SC-12</a:t>
            </a:r>
            <a:r>
              <a:rPr sz="1800" b="1">
                <a:solidFill>
                  <a:srgbClr val="1F3864"/>
                </a:solidFill>
                <a:latin typeface="맑은 고딕"/>
              </a:rPr>
              <a:t>   운영 대시보드 (2/2) 서비스 운영 현황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576000"/>
            <a:ext cx="10116000" cy="36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0" y="720000"/>
            <a:ext cx="8604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72000" y="720000"/>
            <a:ext cx="8460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기능 개요  </a:t>
            </a:r>
            <a:r>
              <a:rPr sz="1050" b="0">
                <a:solidFill>
                  <a:srgbClr val="262626"/>
                </a:solidFill>
                <a:latin typeface="맑은 고딕"/>
              </a:rPr>
              <a:t>동적 대시보드(보는 사용자 기준). 센터장이 열면 자기 센터 데이터만 보임.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Display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3864"/>
                </a:solidFill>
                <a:latin typeface="맑은 고딕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1548000"/>
            <a:ext cx="5616000" cy="55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48000" y="154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화면 정보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화면명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운영 대시보드 (2/2) 서비스 운영 현황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구분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E. 리포트 · 재고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대상 사용자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센터장 · 관리자 (캡처: 김병철)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객체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Dashboard, Case, Asset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인터페이스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48000" y="316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기능 · 버튼 동작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48000" y="3378200"/>
            <a:ext cx="4356000" cy="1905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센터별 접수(상태별 누적 막대)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긴급 접수 수(지표)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보증 상태 분포(도넛)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[새로 고침], 구성 요소 클릭 → 원본 보고서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8000" y="53340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입력 · 출력 항목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solidFill>
            <a:srgbClr val="F2F4F8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출력: 위 차트 3개, 기준 시각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48000" y="63881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관련 프로그램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[Dashboard] ServiceOperationsOverview (HangyeolOpsDashboards)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[Report] 위 리포트 3개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0000" y="7246093"/>
            <a:ext cx="7200000" cy="195814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dirty="0">
                <a:solidFill>
                  <a:srgbClr val="595959"/>
                </a:solidFill>
                <a:latin typeface="맑은 고딕"/>
              </a:rPr>
              <a:t>한결공조 AS 관리 시스템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>  |  </a:t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>기능 및 화면 설계서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endParaRPr sz="8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720000" y="7236000"/>
            <a:ext cx="720000" cy="21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30</a:t>
            </a:r>
          </a:p>
        </p:txBody>
      </p:sp>
      <p:pic>
        <p:nvPicPr>
          <p:cNvPr id="57" name="Picture 12" descr="s1.jpg">
            <a:extLst>
              <a:ext uri="{FF2B5EF4-FFF2-40B4-BE49-F238E27FC236}">
                <a16:creationId xmlns:a16="http://schemas.microsoft.com/office/drawing/2014/main" id="{AE96927B-0085-F3F4-399F-DB710309F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2630488"/>
            <a:ext cx="5461000" cy="3413125"/>
          </a:xfrm>
          <a:prstGeom prst="rect">
            <a:avLst/>
          </a:prstGeom>
        </p:spPr>
      </p:pic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000" y="144000"/>
            <a:ext cx="10116000" cy="39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5496"/>
                </a:solidFill>
                <a:latin typeface="맑은 고딕"/>
              </a:rPr>
              <a:t>SC-15</a:t>
            </a:r>
            <a:r>
              <a:rPr sz="1800" b="1">
                <a:solidFill>
                  <a:srgbClr val="1F3864"/>
                </a:solidFill>
                <a:latin typeface="맑은 고딕"/>
              </a:rPr>
              <a:t>   내 차량 재고 · 재고 이동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576000"/>
            <a:ext cx="10116000" cy="36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0" y="720000"/>
            <a:ext cx="8604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72000" y="720000"/>
            <a:ext cx="8460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기능 개요  </a:t>
            </a:r>
            <a:r>
              <a:rPr sz="1050" b="0">
                <a:solidFill>
                  <a:srgbClr val="262626"/>
                </a:solidFill>
                <a:latin typeface="맑은 고딕"/>
              </a:rPr>
              <a:t>창고 → 차량 보충은 표준 재고 이동. 기사가 수령 체크하면 ERP로 전송하고 결과를 같은 화면에서 확인.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Display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3864"/>
                </a:solidFill>
                <a:latin typeface="맑은 고딕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1548000"/>
            <a:ext cx="5616000" cy="55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48000" y="154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화면 정보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화면명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내 차량 재고 · 재고 이동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구분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E. 리포트 · 재고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대상 사용자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협력 기사 · 센터장 (캡처: 최민호)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객체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ProductTransfer, ProductItem, Location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인터페이스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IF-06 재고 이동(수령) → ERP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48000" y="316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기능 · 버튼 동작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48000" y="3378200"/>
            <a:ext cx="4356000" cy="1905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표준 [새로 만들기]: 출발 재고(창고)·도착 위치(내 차량)·수량, 빈 단위는 저장 전 Flow가 채움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수령 체크 → 트리거가 ERP 전송 예약(Queueable), 실패는 매시 재전송·상한 초과 확인 필요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ERP 연동 섹션: 전송 상태·일시·재시도 횟수·메시지·출발/도착 남은 수량·불일치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>
                <a:solidFill>
                  <a:srgbClr val="2E5496"/>
                </a:solidFill>
                <a:latin typeface="맑은 고딕"/>
              </a:rPr>
              <a:t>• 내 차량 재고는 기사 홈 목록 보기(HM-03)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8000" y="53340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입력 · 출력 항목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solidFill>
            <a:srgbClr val="F2F4F8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48000" y="5549900"/>
            <a:ext cx="4356000" cy="7874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입력: 제품, 보낸 수량, 출발 재고, 도착 위치, 수령 / 출력: ERP 전송 상태·메시지·남은 수량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48000" y="6388100"/>
            <a:ext cx="4356000" cy="1778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관련 프로그램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48000" y="6604000"/>
            <a:ext cx="4356000" cy="5842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[Trigger] ProductTransferTrigger → ErpSyncQueueable → ErpInventoryService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[Flow] ProductTransfer_BeforeSave_FillUnit, ProductItem_BeforeSave_FillFromLocation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[Batch] ErpRetryBatch (매시)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0000" y="7246093"/>
            <a:ext cx="7200000" cy="195814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dirty="0">
                <a:solidFill>
                  <a:srgbClr val="595959"/>
                </a:solidFill>
                <a:latin typeface="맑은 고딕"/>
              </a:rPr>
              <a:t>한결공조 AS 관리 시스템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>  |  </a:t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>기능 및 화면 설계서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/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/>
            </a:r>
            <a:endParaRPr sz="8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720000" y="7236000"/>
            <a:ext cx="720000" cy="21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31</a:t>
            </a:r>
          </a:p>
        </p:txBody>
      </p:sp>
      <p:pic>
        <p:nvPicPr>
          <p:cNvPr id="57" name="Picture 12" descr="s1.jpg">
            <a:extLst>
              <a:ext uri="{FF2B5EF4-FFF2-40B4-BE49-F238E27FC236}">
                <a16:creationId xmlns:a16="http://schemas.microsoft.com/office/drawing/2014/main" id="{AE96927B-0085-F3F4-399F-DB710309F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2010436"/>
            <a:ext cx="5461000" cy="46532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oren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oren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65F9ABE2E9073F4DBEFD3A0E4E804736" ma:contentTypeVersion="15" ma:contentTypeDescription="새 문서를 만듭니다." ma:contentTypeScope="" ma:versionID="e21f2c0381dcdb676ff4d058d9391828">
  <xsd:schema xmlns:xsd="http://www.w3.org/2001/XMLSchema" xmlns:xs="http://www.w3.org/2001/XMLSchema" xmlns:p="http://schemas.microsoft.com/office/2006/metadata/properties" xmlns:ns2="355e9163-e205-4f55-8724-e062aa2d762e" xmlns:ns3="b82e25f1-f1d4-4b57-be84-1f5ad188becc" targetNamespace="http://schemas.microsoft.com/office/2006/metadata/properties" ma:root="true" ma:fieldsID="74ede542eddc1547cf48ce9271227341" ns2:_="" ns3:_="">
    <xsd:import namespace="355e9163-e205-4f55-8724-e062aa2d762e"/>
    <xsd:import namespace="b82e25f1-f1d4-4b57-be84-1f5ad188bec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LengthInSecond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5e9163-e205-4f55-8724-e062aa2d76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이미지 태그" ma:readOnly="false" ma:fieldId="{5cf76f15-5ced-4ddc-b409-7134ff3c332f}" ma:taxonomyMulti="true" ma:sspId="3f2f8e18-fefb-41ea-b0db-811a3a7d8f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2e25f1-f1d4-4b57-be84-1f5ad188becc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31401ad1-5c0b-4d77-a325-ccf9a4e0c0df}" ma:internalName="TaxCatchAll" ma:showField="CatchAllData" ma:web="b82e25f1-f1d4-4b57-be84-1f5ad188be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82e25f1-f1d4-4b57-be84-1f5ad188becc" xsi:nil="true"/>
    <lcf76f155ced4ddcb4097134ff3c332f xmlns="355e9163-e205-4f55-8724-e062aa2d762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4CD7B24-E0CB-4ED3-893D-A25FF718A300}"/>
</file>

<file path=customXml/itemProps2.xml><?xml version="1.0" encoding="utf-8"?>
<ds:datastoreItem xmlns:ds="http://schemas.openxmlformats.org/officeDocument/2006/customXml" ds:itemID="{0519B32B-4754-4C8D-BDF8-CDB04F339AE0}"/>
</file>

<file path=customXml/itemProps3.xml><?xml version="1.0" encoding="utf-8"?>
<ds:datastoreItem xmlns:ds="http://schemas.openxmlformats.org/officeDocument/2006/customXml" ds:itemID="{0685AC5A-2768-4FFC-8235-F09773763677}"/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12885</Words>
  <Application>Microsoft Office PowerPoint</Application>
  <PresentationFormat>사용자 지정</PresentationFormat>
  <Paragraphs>3281</Paragraphs>
  <Slides>71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71</vt:i4>
      </vt:variant>
    </vt:vector>
  </HeadingPairs>
  <TitlesOfParts>
    <vt:vector size="75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>Windmillsoft</Manager>
  <Company>Windmillsoft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Windmillsoft</dc:creator>
  <cp:keywords/>
  <dc:description>generated using python-pptx</dc:description>
  <cp:lastModifiedBy>Windmillsoft</cp:lastModifiedBy>
  <cp:revision>2</cp:revision>
  <dcterms:created xsi:type="dcterms:W3CDTF">2013-01-27T09:14:16Z</dcterms:created>
  <dcterms:modified xsi:type="dcterms:W3CDTF">2026-06-12T06:02:11Z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0x01010065F9ABE2E9073F4DBEFD3A0E4E804736</vt:lpwstr>
  </property>
</Properties>
</file>