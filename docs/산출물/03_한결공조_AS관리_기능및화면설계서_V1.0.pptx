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279" r:id="rId5"/>
    <p:sldId id="2280" r:id="rId6"/>
    <p:sldId id="2285" r:id="rId7"/>
    <p:sldId id="2286" r:id="rId8"/>
    <p:sldId id="2287" r:id="rId9"/>
    <p:sldId id="2288" r:id="rId10"/>
    <p:sldId id="2289" r:id="rId11"/>
    <p:sldId id="2290" r:id="rId12"/>
    <p:sldId id="2291" r:id="rId13"/>
    <p:sldId id="2292" r:id="rId14"/>
    <p:sldId id="2293" r:id="rId15"/>
    <p:sldId id="2294" r:id="rId16"/>
    <p:sldId id="2295" r:id="rId17"/>
    <p:sldId id="2284" r:id="rId18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D7E48-A329-409B-8D11-6C88B740F2E2}" v="3" dt="2026-06-12T06:02:07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8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재호(Jerry)" userId="ccf4d345-b468-478d-9c45-374865928217" providerId="ADAL" clId="{94800E7C-0D58-47F7-879D-47B9F6B6913D}"/>
    <pc:docChg chg="undo custSel addSld delSld modSld">
      <pc:chgData name="정재호(Jerry)" userId="ccf4d345-b468-478d-9c45-374865928217" providerId="ADAL" clId="{94800E7C-0D58-47F7-879D-47B9F6B6913D}" dt="2026-06-12T06:02:07.202" v="411"/>
      <pc:docMkLst>
        <pc:docMk/>
      </pc:docMkLst>
      <pc:sldChg chg="addSp delSp modSp mod">
        <pc:chgData name="정재호(Jerry)" userId="ccf4d345-b468-478d-9c45-374865928217" providerId="ADAL" clId="{94800E7C-0D58-47F7-879D-47B9F6B6913D}" dt="2026-06-12T06:02:07.177" v="285"/>
        <pc:sldMkLst>
          <pc:docMk/>
          <pc:sldMk cId="0" sldId="263"/>
        </pc:sldMkLst>
        <pc:spChg chg="del">
          <ac:chgData name="정재호(Jerry)" userId="ccf4d345-b468-478d-9c45-374865928217" providerId="ADAL" clId="{94800E7C-0D58-47F7-879D-47B9F6B6913D}" dt="2026-06-12T05:51:05.013" v="18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14.960" v="4" actId="478"/>
          <ac:spMkLst>
            <pc:docMk/>
            <pc:sldMk cId="0" sldId="263"/>
            <ac:spMk id="23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7" v="28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3"/>
            <ac:spMk id="54" creationId="{00000000-0000-0000-0000-000000000000}"/>
          </ac:spMkLst>
        </pc:spChg>
        <pc:picChg chg="add mod">
          <ac:chgData name="정재호(Jerry)" userId="ccf4d345-b468-478d-9c45-374865928217" providerId="ADAL" clId="{94800E7C-0D58-47F7-879D-47B9F6B6913D}" dt="2026-06-12T05:51:12.539" v="21" actId="1076"/>
          <ac:picMkLst>
            <pc:docMk/>
            <pc:sldMk cId="0" sldId="263"/>
            <ac:picMk id="57" creationId="{AE96927B-0085-F3F4-399F-DB710309F79B}"/>
          </ac:picMkLst>
        </pc:picChg>
      </pc:sldChg>
      <pc:sldChg chg="delSp modSp mod">
        <pc:chgData name="정재호(Jerry)" userId="ccf4d345-b468-478d-9c45-374865928217" providerId="ADAL" clId="{94800E7C-0D58-47F7-879D-47B9F6B6913D}" dt="2026-06-12T06:02:07.178" v="287"/>
        <pc:sldMkLst>
          <pc:docMk/>
          <pc:sldMk cId="0" sldId="264"/>
        </pc:sldMkLst>
        <pc:spChg chg="mod">
          <ac:chgData name="정재호(Jerry)" userId="ccf4d345-b468-478d-9c45-374865928217" providerId="ADAL" clId="{94800E7C-0D58-47F7-879D-47B9F6B6913D}" dt="2026-06-12T05:50:30.582" v="10" actId="20577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8" v="28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4"/>
            <ac:spMk id="54" creationId="{00000000-0000-0000-0000-000000000000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78" v="289"/>
        <pc:sldMkLst>
          <pc:docMk/>
          <pc:sldMk cId="0" sldId="265"/>
        </pc:sldMkLst>
        <pc:spChg chg="del">
          <ac:chgData name="정재호(Jerry)" userId="ccf4d345-b468-478d-9c45-374865928217" providerId="ADAL" clId="{94800E7C-0D58-47F7-879D-47B9F6B6913D}" dt="2026-06-12T05:50:55.581" v="15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5:50:46.637" v="11" actId="478"/>
          <ac:spMkLst>
            <pc:docMk/>
            <pc:sldMk cId="0" sldId="265"/>
            <ac:spMk id="23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8" v="289"/>
          <ac:spMkLst>
            <pc:docMk/>
            <pc:sldMk cId="0" sldId="265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5"/>
            <ac:spMk id="55" creationId="{00000000-0000-0000-0000-000000000000}"/>
          </ac:spMkLst>
        </pc:spChg>
        <pc:picChg chg="add mod">
          <ac:chgData name="정재호(Jerry)" userId="ccf4d345-b468-478d-9c45-374865928217" providerId="ADAL" clId="{94800E7C-0D58-47F7-879D-47B9F6B6913D}" dt="2026-06-12T05:51:00.285" v="17" actId="14100"/>
          <ac:picMkLst>
            <pc:docMk/>
            <pc:sldMk cId="0" sldId="265"/>
            <ac:picMk id="58" creationId="{99716D2C-C51F-690B-58A9-61A1C4925D0F}"/>
          </ac:picMkLst>
        </pc:picChg>
      </pc:sldChg>
      <pc:sldChg chg="delSp modSp mod">
        <pc:chgData name="정재호(Jerry)" userId="ccf4d345-b468-478d-9c45-374865928217" providerId="ADAL" clId="{94800E7C-0D58-47F7-879D-47B9F6B6913D}" dt="2026-06-12T06:02:07.179" v="291"/>
        <pc:sldMkLst>
          <pc:docMk/>
          <pc:sldMk cId="0" sldId="266"/>
        </pc:sldMkLst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2.865" v="41" actId="103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2:37.307" v="48" actId="1036"/>
          <ac:spMkLst>
            <pc:docMk/>
            <pc:sldMk cId="0" sldId="266"/>
            <ac:spMk id="24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79" v="291"/>
          <ac:spMkLst>
            <pc:docMk/>
            <pc:sldMk cId="0" sldId="266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6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79" v="293"/>
        <pc:sldMkLst>
          <pc:docMk/>
          <pc:sldMk cId="0" sldId="267"/>
        </pc:sldMkLst>
        <pc:spChg chg="del mod">
          <ac:chgData name="정재호(Jerry)" userId="ccf4d345-b468-478d-9c45-374865928217" providerId="ADAL" clId="{94800E7C-0D58-47F7-879D-47B9F6B6913D}" dt="2026-06-12T06:02:07.179" v="293"/>
          <ac:spMkLst>
            <pc:docMk/>
            <pc:sldMk cId="0" sldId="267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7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79" v="295"/>
        <pc:sldMkLst>
          <pc:docMk/>
          <pc:sldMk cId="0" sldId="268"/>
        </pc:sldMkLst>
        <pc:spChg chg="del mod">
          <ac:chgData name="정재호(Jerry)" userId="ccf4d345-b468-478d-9c45-374865928217" providerId="ADAL" clId="{94800E7C-0D58-47F7-879D-47B9F6B6913D}" dt="2026-06-12T06:02:07.179" v="295"/>
          <ac:spMkLst>
            <pc:docMk/>
            <pc:sldMk cId="0" sldId="268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8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0" v="297"/>
        <pc:sldMkLst>
          <pc:docMk/>
          <pc:sldMk cId="0" sldId="269"/>
        </pc:sldMkLst>
        <pc:spChg chg="del mod">
          <ac:chgData name="정재호(Jerry)" userId="ccf4d345-b468-478d-9c45-374865928217" providerId="ADAL" clId="{94800E7C-0D58-47F7-879D-47B9F6B6913D}" dt="2026-06-12T06:02:07.180" v="297"/>
          <ac:spMkLst>
            <pc:docMk/>
            <pc:sldMk cId="0" sldId="269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69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0" v="299"/>
        <pc:sldMkLst>
          <pc:docMk/>
          <pc:sldMk cId="0" sldId="270"/>
        </pc:sldMkLst>
        <pc:spChg chg="del mod">
          <ac:chgData name="정재호(Jerry)" userId="ccf4d345-b468-478d-9c45-374865928217" providerId="ADAL" clId="{94800E7C-0D58-47F7-879D-47B9F6B6913D}" dt="2026-06-12T06:02:07.180" v="299"/>
          <ac:spMkLst>
            <pc:docMk/>
            <pc:sldMk cId="0" sldId="270"/>
            <ac:spMk id="6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0"/>
            <ac:spMk id="9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0" v="301"/>
        <pc:sldMkLst>
          <pc:docMk/>
          <pc:sldMk cId="0" sldId="271"/>
        </pc:sldMkLst>
        <pc:spChg chg="del mod">
          <ac:chgData name="정재호(Jerry)" userId="ccf4d345-b468-478d-9c45-374865928217" providerId="ADAL" clId="{94800E7C-0D58-47F7-879D-47B9F6B6913D}" dt="2026-06-12T06:02:07.180" v="301"/>
          <ac:spMkLst>
            <pc:docMk/>
            <pc:sldMk cId="0" sldId="271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1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1" v="303"/>
        <pc:sldMkLst>
          <pc:docMk/>
          <pc:sldMk cId="0" sldId="272"/>
        </pc:sldMkLst>
        <pc:spChg chg="del mod">
          <ac:chgData name="정재호(Jerry)" userId="ccf4d345-b468-478d-9c45-374865928217" providerId="ADAL" clId="{94800E7C-0D58-47F7-879D-47B9F6B6913D}" dt="2026-06-12T06:02:07.181" v="303"/>
          <ac:spMkLst>
            <pc:docMk/>
            <pc:sldMk cId="0" sldId="272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2"/>
            <ac:spMk id="10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1" v="305"/>
        <pc:sldMkLst>
          <pc:docMk/>
          <pc:sldMk cId="0" sldId="273"/>
        </pc:sldMkLst>
        <pc:spChg chg="del mod">
          <ac:chgData name="정재호(Jerry)" userId="ccf4d345-b468-478d-9c45-374865928217" providerId="ADAL" clId="{94800E7C-0D58-47F7-879D-47B9F6B6913D}" dt="2026-06-12T06:02:07.181" v="305"/>
          <ac:spMkLst>
            <pc:docMk/>
            <pc:sldMk cId="0" sldId="273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3"/>
            <ac:spMk id="10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1" v="307"/>
        <pc:sldMkLst>
          <pc:docMk/>
          <pc:sldMk cId="0" sldId="274"/>
        </pc:sldMkLst>
        <pc:spChg chg="del mod">
          <ac:chgData name="정재호(Jerry)" userId="ccf4d345-b468-478d-9c45-374865928217" providerId="ADAL" clId="{94800E7C-0D58-47F7-879D-47B9F6B6913D}" dt="2026-06-12T06:02:07.181" v="307"/>
          <ac:spMkLst>
            <pc:docMk/>
            <pc:sldMk cId="0" sldId="274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4"/>
            <ac:spMk id="109" creationId="{00000000-0000-0000-0000-000000000000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2" v="309"/>
        <pc:sldMkLst>
          <pc:docMk/>
          <pc:sldMk cId="0" sldId="275"/>
        </pc:sldMkLst>
        <pc:spChg chg="mod">
          <ac:chgData name="정재호(Jerry)" userId="ccf4d345-b468-478d-9c45-374865928217" providerId="ADAL" clId="{94800E7C-0D58-47F7-879D-47B9F6B6913D}" dt="2026-06-12T05:54:46.422" v="60" actId="1076"/>
          <ac:spMkLst>
            <pc:docMk/>
            <pc:sldMk cId="0" sldId="275"/>
            <ac:spMk id="19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82" v="309"/>
          <ac:spMkLst>
            <pc:docMk/>
            <pc:sldMk cId="0" sldId="275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3:37.606" v="52" actId="14100"/>
          <ac:spMkLst>
            <pc:docMk/>
            <pc:sldMk cId="0" sldId="275"/>
            <ac:spMk id="10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5"/>
            <ac:spMk id="111" creationId="{00000000-0000-0000-0000-000000000000}"/>
          </ac:spMkLst>
        </pc:spChg>
        <pc:spChg chg="add del mod">
          <ac:chgData name="정재호(Jerry)" userId="ccf4d345-b468-478d-9c45-374865928217" providerId="ADAL" clId="{94800E7C-0D58-47F7-879D-47B9F6B6913D}" dt="2026-06-12T05:53:32.512" v="51" actId="478"/>
          <ac:spMkLst>
            <pc:docMk/>
            <pc:sldMk cId="0" sldId="275"/>
            <ac:spMk id="114" creationId="{10BF0900-EDD5-90B1-5818-D10F50C9AB94}"/>
          </ac:spMkLst>
        </pc:spChg>
        <pc:spChg chg="add mod">
          <ac:chgData name="정재호(Jerry)" userId="ccf4d345-b468-478d-9c45-374865928217" providerId="ADAL" clId="{94800E7C-0D58-47F7-879D-47B9F6B6913D}" dt="2026-06-12T05:54:55.412" v="68" actId="1037"/>
          <ac:spMkLst>
            <pc:docMk/>
            <pc:sldMk cId="0" sldId="275"/>
            <ac:spMk id="116" creationId="{0038DD4B-3792-07FF-0B50-21CA55BB3BF6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2" v="311"/>
        <pc:sldMkLst>
          <pc:docMk/>
          <pc:sldMk cId="0" sldId="276"/>
        </pc:sldMkLst>
        <pc:spChg chg="del mod">
          <ac:chgData name="정재호(Jerry)" userId="ccf4d345-b468-478d-9c45-374865928217" providerId="ADAL" clId="{94800E7C-0D58-47F7-879D-47B9F6B6913D}" dt="2026-06-12T06:02:07.182" v="311"/>
          <ac:spMkLst>
            <pc:docMk/>
            <pc:sldMk cId="0" sldId="276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6"/>
            <ac:spMk id="109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5:09.997" v="96" actId="1038"/>
          <ac:spMkLst>
            <pc:docMk/>
            <pc:sldMk cId="0" sldId="276"/>
            <ac:spMk id="112" creationId="{930C5830-5B04-BA60-1200-374E63889B0D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2" v="313"/>
        <pc:sldMkLst>
          <pc:docMk/>
          <pc:sldMk cId="0" sldId="277"/>
        </pc:sldMkLst>
        <pc:spChg chg="del mod">
          <ac:chgData name="정재호(Jerry)" userId="ccf4d345-b468-478d-9c45-374865928217" providerId="ADAL" clId="{94800E7C-0D58-47F7-879D-47B9F6B6913D}" dt="2026-06-12T06:02:07.182" v="313"/>
          <ac:spMkLst>
            <pc:docMk/>
            <pc:sldMk cId="0" sldId="277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7"/>
            <ac:spMk id="68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5:26.782" v="124" actId="14100"/>
          <ac:spMkLst>
            <pc:docMk/>
            <pc:sldMk cId="0" sldId="277"/>
            <ac:spMk id="71" creationId="{B7A1454D-C31A-8217-AC52-6493E63A0802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3" v="315"/>
        <pc:sldMkLst>
          <pc:docMk/>
          <pc:sldMk cId="0" sldId="278"/>
        </pc:sldMkLst>
        <pc:spChg chg="del mod">
          <ac:chgData name="정재호(Jerry)" userId="ccf4d345-b468-478d-9c45-374865928217" providerId="ADAL" clId="{94800E7C-0D58-47F7-879D-47B9F6B6913D}" dt="2026-06-12T06:02:07.183" v="315"/>
          <ac:spMkLst>
            <pc:docMk/>
            <pc:sldMk cId="0" sldId="278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8"/>
            <ac:spMk id="68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5:39.449" v="127" actId="14100"/>
          <ac:spMkLst>
            <pc:docMk/>
            <pc:sldMk cId="0" sldId="278"/>
            <ac:spMk id="71" creationId="{AF53A399-0E5E-D87B-A21D-34E02D5C8D1C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3" v="317"/>
        <pc:sldMkLst>
          <pc:docMk/>
          <pc:sldMk cId="0" sldId="279"/>
        </pc:sldMkLst>
        <pc:spChg chg="del mod">
          <ac:chgData name="정재호(Jerry)" userId="ccf4d345-b468-478d-9c45-374865928217" providerId="ADAL" clId="{94800E7C-0D58-47F7-879D-47B9F6B6913D}" dt="2026-06-12T06:02:07.183" v="317"/>
          <ac:spMkLst>
            <pc:docMk/>
            <pc:sldMk cId="0" sldId="279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79"/>
            <ac:spMk id="68" creationId="{00000000-0000-0000-0000-000000000000}"/>
          </ac:spMkLst>
        </pc:spChg>
        <pc:spChg chg="add del">
          <ac:chgData name="정재호(Jerry)" userId="ccf4d345-b468-478d-9c45-374865928217" providerId="ADAL" clId="{94800E7C-0D58-47F7-879D-47B9F6B6913D}" dt="2026-06-12T05:55:54.852" v="129" actId="22"/>
          <ac:spMkLst>
            <pc:docMk/>
            <pc:sldMk cId="0" sldId="279"/>
            <ac:spMk id="71" creationId="{01A28AEB-04DA-E115-C3E3-BA0FAA15A1F1}"/>
          </ac:spMkLst>
        </pc:spChg>
        <pc:spChg chg="add mod">
          <ac:chgData name="정재호(Jerry)" userId="ccf4d345-b468-478d-9c45-374865928217" providerId="ADAL" clId="{94800E7C-0D58-47F7-879D-47B9F6B6913D}" dt="2026-06-12T05:56:03.303" v="131" actId="1076"/>
          <ac:spMkLst>
            <pc:docMk/>
            <pc:sldMk cId="0" sldId="279"/>
            <ac:spMk id="73" creationId="{F6544264-BC23-E958-47D3-7CBC56BA6899}"/>
          </ac:spMkLst>
        </pc:spChg>
        <pc:spChg chg="add mod">
          <ac:chgData name="정재호(Jerry)" userId="ccf4d345-b468-478d-9c45-374865928217" providerId="ADAL" clId="{94800E7C-0D58-47F7-879D-47B9F6B6913D}" dt="2026-06-12T05:56:11.611" v="148" actId="20577"/>
          <ac:spMkLst>
            <pc:docMk/>
            <pc:sldMk cId="0" sldId="279"/>
            <ac:spMk id="75" creationId="{5001BF65-B68A-BFAB-D0F6-DB885FD89890}"/>
          </ac:spMkLst>
        </pc:spChg>
        <pc:spChg chg="add mod">
          <ac:chgData name="정재호(Jerry)" userId="ccf4d345-b468-478d-9c45-374865928217" providerId="ADAL" clId="{94800E7C-0D58-47F7-879D-47B9F6B6913D}" dt="2026-06-12T05:56:29.589" v="157" actId="1035"/>
          <ac:spMkLst>
            <pc:docMk/>
            <pc:sldMk cId="0" sldId="279"/>
            <ac:spMk id="77" creationId="{5F9D3CCF-A84A-3B82-087D-DCF13B9B66EF}"/>
          </ac:spMkLst>
        </pc:spChg>
        <pc:spChg chg="add del mod">
          <ac:chgData name="정재호(Jerry)" userId="ccf4d345-b468-478d-9c45-374865928217" providerId="ADAL" clId="{94800E7C-0D58-47F7-879D-47B9F6B6913D}" dt="2026-06-12T05:56:57.759" v="161" actId="478"/>
          <ac:spMkLst>
            <pc:docMk/>
            <pc:sldMk cId="0" sldId="279"/>
            <ac:spMk id="79" creationId="{159C75A7-28CB-33E4-B966-94CD31AED04B}"/>
          </ac:spMkLst>
        </pc:spChg>
        <pc:spChg chg="add mod">
          <ac:chgData name="정재호(Jerry)" userId="ccf4d345-b468-478d-9c45-374865928217" providerId="ADAL" clId="{94800E7C-0D58-47F7-879D-47B9F6B6913D}" dt="2026-06-12T05:57:10.860" v="166" actId="20577"/>
          <ac:spMkLst>
            <pc:docMk/>
            <pc:sldMk cId="0" sldId="279"/>
            <ac:spMk id="81" creationId="{485B6441-2657-72C3-F6AE-B79C7243E55B}"/>
          </ac:spMkLst>
        </pc:spChg>
        <pc:spChg chg="add del mod">
          <ac:chgData name="정재호(Jerry)" userId="ccf4d345-b468-478d-9c45-374865928217" providerId="ADAL" clId="{94800E7C-0D58-47F7-879D-47B9F6B6913D}" dt="2026-06-12T05:57:04.885" v="162" actId="478"/>
          <ac:spMkLst>
            <pc:docMk/>
            <pc:sldMk cId="0" sldId="279"/>
            <ac:spMk id="83" creationId="{B9B01F5E-5F41-3001-833E-3DAF1162770A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4" v="319"/>
        <pc:sldMkLst>
          <pc:docMk/>
          <pc:sldMk cId="0" sldId="280"/>
        </pc:sldMkLst>
        <pc:spChg chg="del mod">
          <ac:chgData name="정재호(Jerry)" userId="ccf4d345-b468-478d-9c45-374865928217" providerId="ADAL" clId="{94800E7C-0D58-47F7-879D-47B9F6B6913D}" dt="2026-06-12T06:02:07.184" v="319"/>
          <ac:spMkLst>
            <pc:docMk/>
            <pc:sldMk cId="0" sldId="280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0"/>
            <ac:spMk id="68" creationId="{00000000-0000-0000-0000-000000000000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1" creationId="{14DCE027-4B28-E17F-B6F4-FD0FB44EBF2C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3" creationId="{AA895952-AEF6-BBAD-3CAE-22CE916BA7E4}"/>
          </ac:spMkLst>
        </pc:spChg>
        <pc:spChg chg="add mod">
          <ac:chgData name="정재호(Jerry)" userId="ccf4d345-b468-478d-9c45-374865928217" providerId="ADAL" clId="{94800E7C-0D58-47F7-879D-47B9F6B6913D}" dt="2026-06-12T05:57:25.766" v="198" actId="1038"/>
          <ac:spMkLst>
            <pc:docMk/>
            <pc:sldMk cId="0" sldId="280"/>
            <ac:spMk id="75" creationId="{3521DFFF-709E-9105-793A-3F30C15950B3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7" creationId="{33D37742-9428-3A59-1B3B-D933F96190AE}"/>
          </ac:spMkLst>
        </pc:spChg>
        <pc:spChg chg="add">
          <ac:chgData name="정재호(Jerry)" userId="ccf4d345-b468-478d-9c45-374865928217" providerId="ADAL" clId="{94800E7C-0D58-47F7-879D-47B9F6B6913D}" dt="2026-06-12T05:57:18.204" v="167" actId="22"/>
          <ac:spMkLst>
            <pc:docMk/>
            <pc:sldMk cId="0" sldId="280"/>
            <ac:spMk id="79" creationId="{DB547C60-9A27-CA4A-9DCF-37241425B23D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4" v="321"/>
        <pc:sldMkLst>
          <pc:docMk/>
          <pc:sldMk cId="0" sldId="281"/>
        </pc:sldMkLst>
        <pc:spChg chg="del mod">
          <ac:chgData name="정재호(Jerry)" userId="ccf4d345-b468-478d-9c45-374865928217" providerId="ADAL" clId="{94800E7C-0D58-47F7-879D-47B9F6B6913D}" dt="2026-06-12T06:02:07.184" v="321"/>
          <ac:spMkLst>
            <pc:docMk/>
            <pc:sldMk cId="0" sldId="281"/>
            <ac:spMk id="7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1"/>
            <ac:spMk id="109" creationId="{00000000-0000-0000-0000-000000000000}"/>
          </ac:spMkLst>
        </pc:spChg>
        <pc:spChg chg="add mod">
          <ac:chgData name="정재호(Jerry)" userId="ccf4d345-b468-478d-9c45-374865928217" providerId="ADAL" clId="{94800E7C-0D58-47F7-879D-47B9F6B6913D}" dt="2026-06-12T05:57:52.018" v="201" actId="14100"/>
          <ac:spMkLst>
            <pc:docMk/>
            <pc:sldMk cId="0" sldId="281"/>
            <ac:spMk id="112" creationId="{9F13165E-BEC3-EE1A-FB63-2F776F0C96D8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4" v="323"/>
        <pc:sldMkLst>
          <pc:docMk/>
          <pc:sldMk cId="0" sldId="282"/>
        </pc:sldMkLst>
        <pc:spChg chg="del mod">
          <ac:chgData name="정재호(Jerry)" userId="ccf4d345-b468-478d-9c45-374865928217" providerId="ADAL" clId="{94800E7C-0D58-47F7-879D-47B9F6B6913D}" dt="2026-06-12T06:02:07.184" v="323"/>
          <ac:spMkLst>
            <pc:docMk/>
            <pc:sldMk cId="0" sldId="282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2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5" v="325"/>
        <pc:sldMkLst>
          <pc:docMk/>
          <pc:sldMk cId="0" sldId="283"/>
        </pc:sldMkLst>
        <pc:spChg chg="del mod">
          <ac:chgData name="정재호(Jerry)" userId="ccf4d345-b468-478d-9c45-374865928217" providerId="ADAL" clId="{94800E7C-0D58-47F7-879D-47B9F6B6913D}" dt="2026-06-12T06:02:07.185" v="325"/>
          <ac:spMkLst>
            <pc:docMk/>
            <pc:sldMk cId="0" sldId="283"/>
            <ac:spMk id="46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3"/>
            <ac:spMk id="76" creationId="{00000000-0000-0000-0000-000000000000}"/>
          </ac:spMkLst>
        </pc:spChg>
      </pc:sldChg>
      <pc:sldChg chg="addSp delSp modSp mod">
        <pc:chgData name="정재호(Jerry)" userId="ccf4d345-b468-478d-9c45-374865928217" providerId="ADAL" clId="{94800E7C-0D58-47F7-879D-47B9F6B6913D}" dt="2026-06-12T06:02:07.185" v="327"/>
        <pc:sldMkLst>
          <pc:docMk/>
          <pc:sldMk cId="0" sldId="284"/>
        </pc:sldMkLst>
        <pc:spChg chg="del mod">
          <ac:chgData name="정재호(Jerry)" userId="ccf4d345-b468-478d-9c45-374865928217" providerId="ADAL" clId="{94800E7C-0D58-47F7-879D-47B9F6B6913D}" dt="2026-06-12T06:02:07.185" v="327"/>
          <ac:spMkLst>
            <pc:docMk/>
            <pc:sldMk cId="0" sldId="284"/>
            <ac:spMk id="4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4"/>
            <ac:spMk id="74" creationId="{00000000-0000-0000-0000-000000000000}"/>
          </ac:spMkLst>
        </pc:spChg>
        <pc:spChg chg="add del mod">
          <ac:chgData name="정재호(Jerry)" userId="ccf4d345-b468-478d-9c45-374865928217" providerId="ADAL" clId="{94800E7C-0D58-47F7-879D-47B9F6B6913D}" dt="2026-06-12T05:59:45.665" v="246" actId="478"/>
          <ac:spMkLst>
            <pc:docMk/>
            <pc:sldMk cId="0" sldId="284"/>
            <ac:spMk id="77" creationId="{00A5A703-B176-476C-0150-469E57BDAB7B}"/>
          </ac:spMkLst>
        </pc:spChg>
        <pc:spChg chg="add del mod">
          <ac:chgData name="정재호(Jerry)" userId="ccf4d345-b468-478d-9c45-374865928217" providerId="ADAL" clId="{94800E7C-0D58-47F7-879D-47B9F6B6913D}" dt="2026-06-12T05:59:44.697" v="245" actId="478"/>
          <ac:spMkLst>
            <pc:docMk/>
            <pc:sldMk cId="0" sldId="284"/>
            <ac:spMk id="79" creationId="{6D29D4C6-EBAF-A030-5DE1-20009A9FF28F}"/>
          </ac:spMkLst>
        </pc:spChg>
        <pc:spChg chg="add del mod">
          <ac:chgData name="정재호(Jerry)" userId="ccf4d345-b468-478d-9c45-374865928217" providerId="ADAL" clId="{94800E7C-0D58-47F7-879D-47B9F6B6913D}" dt="2026-06-12T06:00:00.290" v="250" actId="478"/>
          <ac:spMkLst>
            <pc:docMk/>
            <pc:sldMk cId="0" sldId="284"/>
            <ac:spMk id="81" creationId="{8023B450-42F0-FE78-2D94-DAED5F1F113E}"/>
          </ac:spMkLst>
        </pc:spChg>
        <pc:spChg chg="add del mod">
          <ac:chgData name="정재호(Jerry)" userId="ccf4d345-b468-478d-9c45-374865928217" providerId="ADAL" clId="{94800E7C-0D58-47F7-879D-47B9F6B6913D}" dt="2026-06-12T05:59:59.176" v="249" actId="478"/>
          <ac:spMkLst>
            <pc:docMk/>
            <pc:sldMk cId="0" sldId="284"/>
            <ac:spMk id="83" creationId="{23FF4FF1-CD76-0ACB-DCD9-06B318FF76F4}"/>
          </ac:spMkLst>
        </pc:spChg>
        <pc:spChg chg="add del mod">
          <ac:chgData name="정재호(Jerry)" userId="ccf4d345-b468-478d-9c45-374865928217" providerId="ADAL" clId="{94800E7C-0D58-47F7-879D-47B9F6B6913D}" dt="2026-06-12T06:00:02.258" v="252" actId="478"/>
          <ac:spMkLst>
            <pc:docMk/>
            <pc:sldMk cId="0" sldId="284"/>
            <ac:spMk id="85" creationId="{497B5E00-033F-7A94-6334-CA730BD060AF}"/>
          </ac:spMkLst>
        </pc:spChg>
        <pc:spChg chg="add del mod">
          <ac:chgData name="정재호(Jerry)" userId="ccf4d345-b468-478d-9c45-374865928217" providerId="ADAL" clId="{94800E7C-0D58-47F7-879D-47B9F6B6913D}" dt="2026-06-12T06:00:01.377" v="251" actId="478"/>
          <ac:spMkLst>
            <pc:docMk/>
            <pc:sldMk cId="0" sldId="284"/>
            <ac:spMk id="87" creationId="{A168913F-B3E1-05EC-9405-32BAD9CB52CC}"/>
          </ac:spMkLst>
        </pc:spChg>
        <pc:spChg chg="add del mod">
          <ac:chgData name="정재호(Jerry)" userId="ccf4d345-b468-478d-9c45-374865928217" providerId="ADAL" clId="{94800E7C-0D58-47F7-879D-47B9F6B6913D}" dt="2026-06-12T06:00:04.440" v="254" actId="478"/>
          <ac:spMkLst>
            <pc:docMk/>
            <pc:sldMk cId="0" sldId="284"/>
            <ac:spMk id="89" creationId="{03646E68-BE85-341F-D936-FEFD40DE55EF}"/>
          </ac:spMkLst>
        </pc:spChg>
        <pc:spChg chg="add del mod">
          <ac:chgData name="정재호(Jerry)" userId="ccf4d345-b468-478d-9c45-374865928217" providerId="ADAL" clId="{94800E7C-0D58-47F7-879D-47B9F6B6913D}" dt="2026-06-12T06:00:03.289" v="253" actId="478"/>
          <ac:spMkLst>
            <pc:docMk/>
            <pc:sldMk cId="0" sldId="284"/>
            <ac:spMk id="91" creationId="{7197D4DC-6143-2AC9-18FA-F3CF6D66AB9E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5" v="329"/>
        <pc:sldMkLst>
          <pc:docMk/>
          <pc:sldMk cId="0" sldId="285"/>
        </pc:sldMkLst>
        <pc:spChg chg="mod">
          <ac:chgData name="정재호(Jerry)" userId="ccf4d345-b468-478d-9c45-374865928217" providerId="ADAL" clId="{94800E7C-0D58-47F7-879D-47B9F6B6913D}" dt="2026-06-12T05:59:39.339" v="243" actId="20577"/>
          <ac:spMkLst>
            <pc:docMk/>
            <pc:sldMk cId="0" sldId="285"/>
            <ac:spMk id="19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85" v="329"/>
          <ac:spMkLst>
            <pc:docMk/>
            <pc:sldMk cId="0" sldId="285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5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6" v="331"/>
        <pc:sldMkLst>
          <pc:docMk/>
          <pc:sldMk cId="0" sldId="286"/>
        </pc:sldMkLst>
        <pc:spChg chg="del mod">
          <ac:chgData name="정재호(Jerry)" userId="ccf4d345-b468-478d-9c45-374865928217" providerId="ADAL" clId="{94800E7C-0D58-47F7-879D-47B9F6B6913D}" dt="2026-06-12T06:02:07.186" v="331"/>
          <ac:spMkLst>
            <pc:docMk/>
            <pc:sldMk cId="0" sldId="286"/>
            <ac:spMk id="7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6"/>
            <ac:spMk id="102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6" v="333"/>
        <pc:sldMkLst>
          <pc:docMk/>
          <pc:sldMk cId="0" sldId="287"/>
        </pc:sldMkLst>
        <pc:spChg chg="del mod">
          <ac:chgData name="정재호(Jerry)" userId="ccf4d345-b468-478d-9c45-374865928217" providerId="ADAL" clId="{94800E7C-0D58-47F7-879D-47B9F6B6913D}" dt="2026-06-12T06:02:07.186" v="333"/>
          <ac:spMkLst>
            <pc:docMk/>
            <pc:sldMk cId="0" sldId="287"/>
            <ac:spMk id="7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7"/>
            <ac:spMk id="102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6" v="335"/>
        <pc:sldMkLst>
          <pc:docMk/>
          <pc:sldMk cId="0" sldId="288"/>
        </pc:sldMkLst>
        <pc:spChg chg="del mod">
          <ac:chgData name="정재호(Jerry)" userId="ccf4d345-b468-478d-9c45-374865928217" providerId="ADAL" clId="{94800E7C-0D58-47F7-879D-47B9F6B6913D}" dt="2026-06-12T06:02:07.186" v="335"/>
          <ac:spMkLst>
            <pc:docMk/>
            <pc:sldMk cId="0" sldId="288"/>
            <ac:spMk id="4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8"/>
            <ac:spMk id="74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7" v="337"/>
        <pc:sldMkLst>
          <pc:docMk/>
          <pc:sldMk cId="0" sldId="289"/>
        </pc:sldMkLst>
        <pc:spChg chg="del mod">
          <ac:chgData name="정재호(Jerry)" userId="ccf4d345-b468-478d-9c45-374865928217" providerId="ADAL" clId="{94800E7C-0D58-47F7-879D-47B9F6B6913D}" dt="2026-06-12T06:02:07.187" v="337"/>
          <ac:spMkLst>
            <pc:docMk/>
            <pc:sldMk cId="0" sldId="289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89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7" v="339"/>
        <pc:sldMkLst>
          <pc:docMk/>
          <pc:sldMk cId="0" sldId="290"/>
        </pc:sldMkLst>
        <pc:spChg chg="del mod">
          <ac:chgData name="정재호(Jerry)" userId="ccf4d345-b468-478d-9c45-374865928217" providerId="ADAL" clId="{94800E7C-0D58-47F7-879D-47B9F6B6913D}" dt="2026-06-12T06:02:07.187" v="339"/>
          <ac:spMkLst>
            <pc:docMk/>
            <pc:sldMk cId="0" sldId="290"/>
            <ac:spMk id="41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0"/>
            <ac:spMk id="71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7" v="341"/>
        <pc:sldMkLst>
          <pc:docMk/>
          <pc:sldMk cId="0" sldId="291"/>
        </pc:sldMkLst>
        <pc:spChg chg="del mod">
          <ac:chgData name="정재호(Jerry)" userId="ccf4d345-b468-478d-9c45-374865928217" providerId="ADAL" clId="{94800E7C-0D58-47F7-879D-47B9F6B6913D}" dt="2026-06-12T06:02:07.187" v="341"/>
          <ac:spMkLst>
            <pc:docMk/>
            <pc:sldMk cId="0" sldId="291"/>
            <ac:spMk id="42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1"/>
            <ac:spMk id="72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8" v="343"/>
        <pc:sldMkLst>
          <pc:docMk/>
          <pc:sldMk cId="0" sldId="292"/>
        </pc:sldMkLst>
        <pc:spChg chg="mod">
          <ac:chgData name="정재호(Jerry)" userId="ccf4d345-b468-478d-9c45-374865928217" providerId="ADAL" clId="{94800E7C-0D58-47F7-879D-47B9F6B6913D}" dt="2026-06-12T06:00:25.304" v="267" actId="20577"/>
          <ac:spMkLst>
            <pc:docMk/>
            <pc:sldMk cId="0" sldId="292"/>
            <ac:spMk id="25" creationId="{00000000-0000-0000-0000-000000000000}"/>
          </ac:spMkLst>
        </pc:spChg>
        <pc:spChg chg="del">
          <ac:chgData name="정재호(Jerry)" userId="ccf4d345-b468-478d-9c45-374865928217" providerId="ADAL" clId="{94800E7C-0D58-47F7-879D-47B9F6B6913D}" dt="2026-06-12T06:00:35.882" v="276" actId="478"/>
          <ac:spMkLst>
            <pc:docMk/>
            <pc:sldMk cId="0" sldId="292"/>
            <ac:spMk id="2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6:00:31.586" v="275" actId="20577"/>
          <ac:spMkLst>
            <pc:docMk/>
            <pc:sldMk cId="0" sldId="292"/>
            <ac:spMk id="31" creationId="{00000000-0000-0000-0000-000000000000}"/>
          </ac:spMkLst>
        </pc:spChg>
        <pc:spChg chg="del mod">
          <ac:chgData name="정재호(Jerry)" userId="ccf4d345-b468-478d-9c45-374865928217" providerId="ADAL" clId="{94800E7C-0D58-47F7-879D-47B9F6B6913D}" dt="2026-06-12T06:02:07.188" v="343"/>
          <ac:spMkLst>
            <pc:docMk/>
            <pc:sldMk cId="0" sldId="292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2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8" v="345"/>
        <pc:sldMkLst>
          <pc:docMk/>
          <pc:sldMk cId="0" sldId="293"/>
        </pc:sldMkLst>
        <pc:spChg chg="del mod">
          <ac:chgData name="정재호(Jerry)" userId="ccf4d345-b468-478d-9c45-374865928217" providerId="ADAL" clId="{94800E7C-0D58-47F7-879D-47B9F6B6913D}" dt="2026-06-12T06:02:07.188" v="345"/>
          <ac:spMkLst>
            <pc:docMk/>
            <pc:sldMk cId="0" sldId="293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3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9" v="347"/>
        <pc:sldMkLst>
          <pc:docMk/>
          <pc:sldMk cId="0" sldId="294"/>
        </pc:sldMkLst>
        <pc:spChg chg="del mod">
          <ac:chgData name="정재호(Jerry)" userId="ccf4d345-b468-478d-9c45-374865928217" providerId="ADAL" clId="{94800E7C-0D58-47F7-879D-47B9F6B6913D}" dt="2026-06-12T06:02:07.189" v="347"/>
          <ac:spMkLst>
            <pc:docMk/>
            <pc:sldMk cId="0" sldId="294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4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89" v="349"/>
        <pc:sldMkLst>
          <pc:docMk/>
          <pc:sldMk cId="0" sldId="295"/>
        </pc:sldMkLst>
        <pc:spChg chg="del mod">
          <ac:chgData name="정재호(Jerry)" userId="ccf4d345-b468-478d-9c45-374865928217" providerId="ADAL" clId="{94800E7C-0D58-47F7-879D-47B9F6B6913D}" dt="2026-06-12T06:02:07.189" v="349"/>
          <ac:spMkLst>
            <pc:docMk/>
            <pc:sldMk cId="0" sldId="295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5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0" v="351"/>
        <pc:sldMkLst>
          <pc:docMk/>
          <pc:sldMk cId="0" sldId="296"/>
        </pc:sldMkLst>
        <pc:spChg chg="del mod">
          <ac:chgData name="정재호(Jerry)" userId="ccf4d345-b468-478d-9c45-374865928217" providerId="ADAL" clId="{94800E7C-0D58-47F7-879D-47B9F6B6913D}" dt="2026-06-12T06:02:07.190" v="351"/>
          <ac:spMkLst>
            <pc:docMk/>
            <pc:sldMk cId="0" sldId="296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6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1" v="353"/>
        <pc:sldMkLst>
          <pc:docMk/>
          <pc:sldMk cId="0" sldId="297"/>
        </pc:sldMkLst>
        <pc:spChg chg="del mod">
          <ac:chgData name="정재호(Jerry)" userId="ccf4d345-b468-478d-9c45-374865928217" providerId="ADAL" clId="{94800E7C-0D58-47F7-879D-47B9F6B6913D}" dt="2026-06-12T06:02:07.191" v="353"/>
          <ac:spMkLst>
            <pc:docMk/>
            <pc:sldMk cId="0" sldId="297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7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1" v="355"/>
        <pc:sldMkLst>
          <pc:docMk/>
          <pc:sldMk cId="0" sldId="298"/>
        </pc:sldMkLst>
        <pc:spChg chg="del mod">
          <ac:chgData name="정재호(Jerry)" userId="ccf4d345-b468-478d-9c45-374865928217" providerId="ADAL" clId="{94800E7C-0D58-47F7-879D-47B9F6B6913D}" dt="2026-06-12T06:02:07.191" v="355"/>
          <ac:spMkLst>
            <pc:docMk/>
            <pc:sldMk cId="0" sldId="298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8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2" v="357"/>
        <pc:sldMkLst>
          <pc:docMk/>
          <pc:sldMk cId="0" sldId="299"/>
        </pc:sldMkLst>
        <pc:spChg chg="del mod">
          <ac:chgData name="정재호(Jerry)" userId="ccf4d345-b468-478d-9c45-374865928217" providerId="ADAL" clId="{94800E7C-0D58-47F7-879D-47B9F6B6913D}" dt="2026-06-12T06:02:07.192" v="357"/>
          <ac:spMkLst>
            <pc:docMk/>
            <pc:sldMk cId="0" sldId="299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299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2" v="359"/>
        <pc:sldMkLst>
          <pc:docMk/>
          <pc:sldMk cId="0" sldId="300"/>
        </pc:sldMkLst>
        <pc:spChg chg="del mod">
          <ac:chgData name="정재호(Jerry)" userId="ccf4d345-b468-478d-9c45-374865928217" providerId="ADAL" clId="{94800E7C-0D58-47F7-879D-47B9F6B6913D}" dt="2026-06-12T06:02:07.192" v="359"/>
          <ac:spMkLst>
            <pc:docMk/>
            <pc:sldMk cId="0" sldId="300"/>
            <ac:spMk id="44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0"/>
            <ac:spMk id="74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2" v="361"/>
        <pc:sldMkLst>
          <pc:docMk/>
          <pc:sldMk cId="0" sldId="301"/>
        </pc:sldMkLst>
        <pc:spChg chg="del mod">
          <ac:chgData name="정재호(Jerry)" userId="ccf4d345-b468-478d-9c45-374865928217" providerId="ADAL" clId="{94800E7C-0D58-47F7-879D-47B9F6B6913D}" dt="2026-06-12T06:02:07.192" v="361"/>
          <ac:spMkLst>
            <pc:docMk/>
            <pc:sldMk cId="0" sldId="301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1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4" v="363"/>
        <pc:sldMkLst>
          <pc:docMk/>
          <pc:sldMk cId="0" sldId="302"/>
        </pc:sldMkLst>
        <pc:spChg chg="del mod">
          <ac:chgData name="정재호(Jerry)" userId="ccf4d345-b468-478d-9c45-374865928217" providerId="ADAL" clId="{94800E7C-0D58-47F7-879D-47B9F6B6913D}" dt="2026-06-12T06:02:07.194" v="363"/>
          <ac:spMkLst>
            <pc:docMk/>
            <pc:sldMk cId="0" sldId="302"/>
            <ac:spMk id="4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2"/>
            <ac:spMk id="7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4" v="365"/>
        <pc:sldMkLst>
          <pc:docMk/>
          <pc:sldMk cId="0" sldId="303"/>
        </pc:sldMkLst>
        <pc:spChg chg="del mod">
          <ac:chgData name="정재호(Jerry)" userId="ccf4d345-b468-478d-9c45-374865928217" providerId="ADAL" clId="{94800E7C-0D58-47F7-879D-47B9F6B6913D}" dt="2026-06-12T06:02:07.194" v="365"/>
          <ac:spMkLst>
            <pc:docMk/>
            <pc:sldMk cId="0" sldId="303"/>
            <ac:spMk id="2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3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4" v="367"/>
        <pc:sldMkLst>
          <pc:docMk/>
          <pc:sldMk cId="0" sldId="304"/>
        </pc:sldMkLst>
        <pc:spChg chg="del mod">
          <ac:chgData name="정재호(Jerry)" userId="ccf4d345-b468-478d-9c45-374865928217" providerId="ADAL" clId="{94800E7C-0D58-47F7-879D-47B9F6B6913D}" dt="2026-06-12T06:02:07.194" v="367"/>
          <ac:spMkLst>
            <pc:docMk/>
            <pc:sldMk cId="0" sldId="304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4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5" v="369"/>
        <pc:sldMkLst>
          <pc:docMk/>
          <pc:sldMk cId="0" sldId="305"/>
        </pc:sldMkLst>
        <pc:spChg chg="del mod">
          <ac:chgData name="정재호(Jerry)" userId="ccf4d345-b468-478d-9c45-374865928217" providerId="ADAL" clId="{94800E7C-0D58-47F7-879D-47B9F6B6913D}" dt="2026-06-12T06:02:07.195" v="369"/>
          <ac:spMkLst>
            <pc:docMk/>
            <pc:sldMk cId="0" sldId="305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5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5" v="371"/>
        <pc:sldMkLst>
          <pc:docMk/>
          <pc:sldMk cId="0" sldId="306"/>
        </pc:sldMkLst>
        <pc:spChg chg="del mod">
          <ac:chgData name="정재호(Jerry)" userId="ccf4d345-b468-478d-9c45-374865928217" providerId="ADAL" clId="{94800E7C-0D58-47F7-879D-47B9F6B6913D}" dt="2026-06-12T06:02:07.195" v="371"/>
          <ac:spMkLst>
            <pc:docMk/>
            <pc:sldMk cId="0" sldId="306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6"/>
            <ac:spMk id="5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5" v="373"/>
        <pc:sldMkLst>
          <pc:docMk/>
          <pc:sldMk cId="0" sldId="307"/>
        </pc:sldMkLst>
        <pc:spChg chg="del mod">
          <ac:chgData name="정재호(Jerry)" userId="ccf4d345-b468-478d-9c45-374865928217" providerId="ADAL" clId="{94800E7C-0D58-47F7-879D-47B9F6B6913D}" dt="2026-06-12T06:02:07.195" v="373"/>
          <ac:spMkLst>
            <pc:docMk/>
            <pc:sldMk cId="0" sldId="307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7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6" v="375"/>
        <pc:sldMkLst>
          <pc:docMk/>
          <pc:sldMk cId="0" sldId="308"/>
        </pc:sldMkLst>
        <pc:spChg chg="del mod">
          <ac:chgData name="정재호(Jerry)" userId="ccf4d345-b468-478d-9c45-374865928217" providerId="ADAL" clId="{94800E7C-0D58-47F7-879D-47B9F6B6913D}" dt="2026-06-12T06:02:07.196" v="375"/>
          <ac:spMkLst>
            <pc:docMk/>
            <pc:sldMk cId="0" sldId="308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8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6" v="377"/>
        <pc:sldMkLst>
          <pc:docMk/>
          <pc:sldMk cId="0" sldId="309"/>
        </pc:sldMkLst>
        <pc:spChg chg="del mod">
          <ac:chgData name="정재호(Jerry)" userId="ccf4d345-b468-478d-9c45-374865928217" providerId="ADAL" clId="{94800E7C-0D58-47F7-879D-47B9F6B6913D}" dt="2026-06-12T06:02:07.196" v="377"/>
          <ac:spMkLst>
            <pc:docMk/>
            <pc:sldMk cId="0" sldId="309"/>
            <ac:spMk id="3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09"/>
            <ac:spMk id="6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6" v="379"/>
        <pc:sldMkLst>
          <pc:docMk/>
          <pc:sldMk cId="0" sldId="310"/>
        </pc:sldMkLst>
        <pc:spChg chg="del mod">
          <ac:chgData name="정재호(Jerry)" userId="ccf4d345-b468-478d-9c45-374865928217" providerId="ADAL" clId="{94800E7C-0D58-47F7-879D-47B9F6B6913D}" dt="2026-06-12T06:02:07.196" v="379"/>
          <ac:spMkLst>
            <pc:docMk/>
            <pc:sldMk cId="0" sldId="310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0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7" v="381"/>
        <pc:sldMkLst>
          <pc:docMk/>
          <pc:sldMk cId="0" sldId="311"/>
        </pc:sldMkLst>
        <pc:spChg chg="del mod">
          <ac:chgData name="정재호(Jerry)" userId="ccf4d345-b468-478d-9c45-374865928217" providerId="ADAL" clId="{94800E7C-0D58-47F7-879D-47B9F6B6913D}" dt="2026-06-12T06:02:07.197" v="381"/>
          <ac:spMkLst>
            <pc:docMk/>
            <pc:sldMk cId="0" sldId="311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1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7" v="383"/>
        <pc:sldMkLst>
          <pc:docMk/>
          <pc:sldMk cId="0" sldId="312"/>
        </pc:sldMkLst>
        <pc:spChg chg="del mod">
          <ac:chgData name="정재호(Jerry)" userId="ccf4d345-b468-478d-9c45-374865928217" providerId="ADAL" clId="{94800E7C-0D58-47F7-879D-47B9F6B6913D}" dt="2026-06-12T06:02:07.197" v="383"/>
          <ac:spMkLst>
            <pc:docMk/>
            <pc:sldMk cId="0" sldId="312"/>
            <ac:spMk id="4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2"/>
            <ac:spMk id="7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7" v="385"/>
        <pc:sldMkLst>
          <pc:docMk/>
          <pc:sldMk cId="0" sldId="313"/>
        </pc:sldMkLst>
        <pc:spChg chg="del mod">
          <ac:chgData name="정재호(Jerry)" userId="ccf4d345-b468-478d-9c45-374865928217" providerId="ADAL" clId="{94800E7C-0D58-47F7-879D-47B9F6B6913D}" dt="2026-06-12T06:02:07.197" v="385"/>
          <ac:spMkLst>
            <pc:docMk/>
            <pc:sldMk cId="0" sldId="313"/>
            <ac:spMk id="4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3"/>
            <ac:spMk id="7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87"/>
        <pc:sldMkLst>
          <pc:docMk/>
          <pc:sldMk cId="0" sldId="314"/>
        </pc:sldMkLst>
        <pc:spChg chg="del mod">
          <ac:chgData name="정재호(Jerry)" userId="ccf4d345-b468-478d-9c45-374865928217" providerId="ADAL" clId="{94800E7C-0D58-47F7-879D-47B9F6B6913D}" dt="2026-06-12T06:02:07.198" v="387"/>
          <ac:spMkLst>
            <pc:docMk/>
            <pc:sldMk cId="0" sldId="314"/>
            <ac:spMk id="4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4"/>
            <ac:spMk id="7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89"/>
        <pc:sldMkLst>
          <pc:docMk/>
          <pc:sldMk cId="0" sldId="315"/>
        </pc:sldMkLst>
        <pc:spChg chg="del mod">
          <ac:chgData name="정재호(Jerry)" userId="ccf4d345-b468-478d-9c45-374865928217" providerId="ADAL" clId="{94800E7C-0D58-47F7-879D-47B9F6B6913D}" dt="2026-06-12T06:02:07.198" v="389"/>
          <ac:spMkLst>
            <pc:docMk/>
            <pc:sldMk cId="0" sldId="315"/>
            <ac:spMk id="46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5"/>
            <ac:spMk id="76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91"/>
        <pc:sldMkLst>
          <pc:docMk/>
          <pc:sldMk cId="0" sldId="316"/>
        </pc:sldMkLst>
        <pc:spChg chg="del mod">
          <ac:chgData name="정재호(Jerry)" userId="ccf4d345-b468-478d-9c45-374865928217" providerId="ADAL" clId="{94800E7C-0D58-47F7-879D-47B9F6B6913D}" dt="2026-06-12T06:02:07.198" v="391"/>
          <ac:spMkLst>
            <pc:docMk/>
            <pc:sldMk cId="0" sldId="316"/>
            <ac:spMk id="51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6"/>
            <ac:spMk id="81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8" v="393"/>
        <pc:sldMkLst>
          <pc:docMk/>
          <pc:sldMk cId="0" sldId="317"/>
        </pc:sldMkLst>
        <pc:spChg chg="del mod">
          <ac:chgData name="정재호(Jerry)" userId="ccf4d345-b468-478d-9c45-374865928217" providerId="ADAL" clId="{94800E7C-0D58-47F7-879D-47B9F6B6913D}" dt="2026-06-12T06:02:07.198" v="393"/>
          <ac:spMkLst>
            <pc:docMk/>
            <pc:sldMk cId="0" sldId="317"/>
            <ac:spMk id="2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7"/>
            <ac:spMk id="57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9" v="395"/>
        <pc:sldMkLst>
          <pc:docMk/>
          <pc:sldMk cId="0" sldId="318"/>
        </pc:sldMkLst>
        <pc:spChg chg="del mod">
          <ac:chgData name="정재호(Jerry)" userId="ccf4d345-b468-478d-9c45-374865928217" providerId="ADAL" clId="{94800E7C-0D58-47F7-879D-47B9F6B6913D}" dt="2026-06-12T06:02:07.199" v="395"/>
          <ac:spMkLst>
            <pc:docMk/>
            <pc:sldMk cId="0" sldId="318"/>
            <ac:spMk id="2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8"/>
            <ac:spMk id="5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9" v="397"/>
        <pc:sldMkLst>
          <pc:docMk/>
          <pc:sldMk cId="0" sldId="319"/>
        </pc:sldMkLst>
        <pc:spChg chg="del mod">
          <ac:chgData name="정재호(Jerry)" userId="ccf4d345-b468-478d-9c45-374865928217" providerId="ADAL" clId="{94800E7C-0D58-47F7-879D-47B9F6B6913D}" dt="2026-06-12T06:02:07.199" v="397"/>
          <ac:spMkLst>
            <pc:docMk/>
            <pc:sldMk cId="0" sldId="319"/>
            <ac:spMk id="4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19"/>
            <ac:spMk id="7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199" v="399"/>
        <pc:sldMkLst>
          <pc:docMk/>
          <pc:sldMk cId="0" sldId="320"/>
        </pc:sldMkLst>
        <pc:spChg chg="del mod">
          <ac:chgData name="정재호(Jerry)" userId="ccf4d345-b468-478d-9c45-374865928217" providerId="ADAL" clId="{94800E7C-0D58-47F7-879D-47B9F6B6913D}" dt="2026-06-12T06:02:07.199" v="399"/>
          <ac:spMkLst>
            <pc:docMk/>
            <pc:sldMk cId="0" sldId="320"/>
            <ac:spMk id="4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0"/>
            <ac:spMk id="7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0" v="401"/>
        <pc:sldMkLst>
          <pc:docMk/>
          <pc:sldMk cId="0" sldId="321"/>
        </pc:sldMkLst>
        <pc:spChg chg="del mod">
          <ac:chgData name="정재호(Jerry)" userId="ccf4d345-b468-478d-9c45-374865928217" providerId="ADAL" clId="{94800E7C-0D58-47F7-879D-47B9F6B6913D}" dt="2026-06-12T06:02:07.200" v="401"/>
          <ac:spMkLst>
            <pc:docMk/>
            <pc:sldMk cId="0" sldId="321"/>
            <ac:spMk id="49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1"/>
            <ac:spMk id="79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0" v="403"/>
        <pc:sldMkLst>
          <pc:docMk/>
          <pc:sldMk cId="0" sldId="322"/>
        </pc:sldMkLst>
        <pc:spChg chg="del mod">
          <ac:chgData name="정재호(Jerry)" userId="ccf4d345-b468-478d-9c45-374865928217" providerId="ADAL" clId="{94800E7C-0D58-47F7-879D-47B9F6B6913D}" dt="2026-06-12T06:02:07.200" v="403"/>
          <ac:spMkLst>
            <pc:docMk/>
            <pc:sldMk cId="0" sldId="322"/>
            <ac:spMk id="40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2"/>
            <ac:spMk id="70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1" v="405"/>
        <pc:sldMkLst>
          <pc:docMk/>
          <pc:sldMk cId="0" sldId="323"/>
        </pc:sldMkLst>
        <pc:spChg chg="del mod">
          <ac:chgData name="정재호(Jerry)" userId="ccf4d345-b468-478d-9c45-374865928217" providerId="ADAL" clId="{94800E7C-0D58-47F7-879D-47B9F6B6913D}" dt="2026-06-12T06:02:07.201" v="405"/>
          <ac:spMkLst>
            <pc:docMk/>
            <pc:sldMk cId="0" sldId="323"/>
            <ac:spMk id="35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3"/>
            <ac:spMk id="65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1" v="407"/>
        <pc:sldMkLst>
          <pc:docMk/>
          <pc:sldMk cId="0" sldId="324"/>
        </pc:sldMkLst>
        <pc:spChg chg="del mod">
          <ac:chgData name="정재호(Jerry)" userId="ccf4d345-b468-478d-9c45-374865928217" providerId="ADAL" clId="{94800E7C-0D58-47F7-879D-47B9F6B6913D}" dt="2026-06-12T06:02:07.201" v="407"/>
          <ac:spMkLst>
            <pc:docMk/>
            <pc:sldMk cId="0" sldId="324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4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2" v="409"/>
        <pc:sldMkLst>
          <pc:docMk/>
          <pc:sldMk cId="0" sldId="325"/>
        </pc:sldMkLst>
        <pc:spChg chg="del mod">
          <ac:chgData name="정재호(Jerry)" userId="ccf4d345-b468-478d-9c45-374865928217" providerId="ADAL" clId="{94800E7C-0D58-47F7-879D-47B9F6B6913D}" dt="2026-06-12T06:02:07.202" v="409"/>
          <ac:spMkLst>
            <pc:docMk/>
            <pc:sldMk cId="0" sldId="325"/>
            <ac:spMk id="38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5"/>
            <ac:spMk id="68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7.202" v="411"/>
        <pc:sldMkLst>
          <pc:docMk/>
          <pc:sldMk cId="0" sldId="326"/>
        </pc:sldMkLst>
        <pc:spChg chg="del mod">
          <ac:chgData name="정재호(Jerry)" userId="ccf4d345-b468-478d-9c45-374865928217" providerId="ADAL" clId="{94800E7C-0D58-47F7-879D-47B9F6B6913D}" dt="2026-06-12T06:02:07.202" v="411"/>
          <ac:spMkLst>
            <pc:docMk/>
            <pc:sldMk cId="0" sldId="326"/>
            <ac:spMk id="43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6"/>
            <ac:spMk id="73" creationId="{00000000-0000-0000-0000-000000000000}"/>
          </ac:spMkLst>
        </pc:spChg>
      </pc:sldChg>
      <pc:sldChg chg="delSp modSp mod">
        <pc:chgData name="정재호(Jerry)" userId="ccf4d345-b468-478d-9c45-374865928217" providerId="ADAL" clId="{94800E7C-0D58-47F7-879D-47B9F6B6913D}" dt="2026-06-12T06:02:01.896" v="282"/>
        <pc:sldMkLst>
          <pc:docMk/>
          <pc:sldMk cId="0" sldId="327"/>
        </pc:sldMkLst>
        <pc:spChg chg="del mod">
          <ac:chgData name="정재호(Jerry)" userId="ccf4d345-b468-478d-9c45-374865928217" providerId="ADAL" clId="{94800E7C-0D58-47F7-879D-47B9F6B6913D}" dt="2026-06-12T06:02:01.896" v="282"/>
          <ac:spMkLst>
            <pc:docMk/>
            <pc:sldMk cId="0" sldId="327"/>
            <ac:spMk id="27" creationId="{00000000-0000-0000-0000-000000000000}"/>
          </ac:spMkLst>
        </pc:spChg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7"/>
            <ac:spMk id="57" creationId="{00000000-0000-0000-0000-000000000000}"/>
          </ac:spMkLst>
        </pc:spChg>
      </pc:sldChg>
      <pc:sldChg chg="modSp del">
        <pc:chgData name="정재호(Jerry)" userId="ccf4d345-b468-478d-9c45-374865928217" providerId="ADAL" clId="{94800E7C-0D58-47F7-879D-47B9F6B6913D}" dt="2026-06-12T06:01:52.264" v="279" actId="47"/>
        <pc:sldMkLst>
          <pc:docMk/>
          <pc:sldMk cId="0" sldId="328"/>
        </pc:sldMkLst>
        <pc:spChg chg="mod">
          <ac:chgData name="정재호(Jerry)" userId="ccf4d345-b468-478d-9c45-374865928217" providerId="ADAL" clId="{94800E7C-0D58-47F7-879D-47B9F6B6913D}" dt="2026-06-12T05:51:56.487" v="22"/>
          <ac:spMkLst>
            <pc:docMk/>
            <pc:sldMk cId="0" sldId="328"/>
            <ac:spMk id="38" creationId="{00000000-0000-0000-0000-000000000000}"/>
          </ac:spMkLst>
        </pc:spChg>
      </pc:sldChg>
      <pc:sldChg chg="del">
        <pc:chgData name="정재호(Jerry)" userId="ccf4d345-b468-478d-9c45-374865928217" providerId="ADAL" clId="{94800E7C-0D58-47F7-879D-47B9F6B6913D}" dt="2026-06-12T06:01:46.335" v="278" actId="47"/>
        <pc:sldMkLst>
          <pc:docMk/>
          <pc:sldMk cId="0" sldId="329"/>
        </pc:sldMkLst>
      </pc:sldChg>
      <pc:sldChg chg="add">
        <pc:chgData name="정재호(Jerry)" userId="ccf4d345-b468-478d-9c45-374865928217" providerId="ADAL" clId="{94800E7C-0D58-47F7-879D-47B9F6B6913D}" dt="2026-06-12T06:01:44.065" v="277"/>
        <pc:sldMkLst>
          <pc:docMk/>
          <pc:sldMk cId="0" sldId="2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D7C12-EABD-4D89-886E-5475AAEA0A70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22704-9121-4F79-89EC-E63274E82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11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8759A-DBA3-44B7-89CD-D3B934BB0A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648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890C0E6-AF61-355A-F102-C73A256581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0" t="72593" r="15000"/>
          <a:stretch/>
        </p:blipFill>
        <p:spPr>
          <a:xfrm>
            <a:off x="183747" y="6835580"/>
            <a:ext cx="1024631" cy="443726"/>
          </a:xfrm>
          <a:prstGeom prst="rect">
            <a:avLst/>
          </a:prstGeom>
        </p:spPr>
      </p:pic>
      <p:pic>
        <p:nvPicPr>
          <p:cNvPr id="3" name="Image 0" descr="windmillsoft_logo_clean.png">
            <a:extLst>
              <a:ext uri="{FF2B5EF4-FFF2-40B4-BE49-F238E27FC236}">
                <a16:creationId xmlns:a16="http://schemas.microsoft.com/office/drawing/2014/main" id="{9784291A-BA4C-4734-F4C7-EB3EB3995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54355" y="6835582"/>
            <a:ext cx="1553711" cy="488904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B311A67-914D-67BB-82B9-B5181E34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43078" y="7006700"/>
            <a:ext cx="2405658" cy="40364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fld id="{BD3647E6-0D84-468E-92FD-7E2151A8F19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214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ensive-sweet-planck/work/sfdc_reports/spec_completion/logo_beone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7672" y="1093519"/>
            <a:ext cx="1710690" cy="5880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213" y="3153739"/>
            <a:ext cx="138994" cy="1122640"/>
          </a:xfrm>
          <a:prstGeom prst="rect">
            <a:avLst/>
          </a:prstGeom>
          <a:solidFill>
            <a:srgbClr val="001E4F"/>
          </a:solidFill>
          <a:ln w="12700">
            <a:solidFill>
              <a:srgbClr val="001E4F"/>
            </a:solidFill>
            <a:prstDash val="solid"/>
          </a:ln>
        </p:spPr>
        <p:txBody>
          <a:bodyPr/>
          <a:lstStyle/>
          <a:p>
            <a:endParaRPr lang="ko-KR" altLang="en-US" sz="2105"/>
          </a:p>
        </p:txBody>
      </p:sp>
      <p:sp>
        <p:nvSpPr>
          <p:cNvPr id="4" name="Text 1"/>
          <p:cNvSpPr/>
          <p:nvPr/>
        </p:nvSpPr>
        <p:spPr>
          <a:xfrm>
            <a:off x="588050" y="3100280"/>
            <a:ext cx="9515713" cy="694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3508" b="1" dirty="0">
                <a:solidFill>
                  <a:srgbClr val="001E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설계서</a:t>
            </a:r>
          </a:p>
        </p:txBody>
      </p:sp>
      <p:sp>
        <p:nvSpPr>
          <p:cNvPr id="5" name="Text 2"/>
          <p:cNvSpPr/>
          <p:nvPr/>
        </p:nvSpPr>
        <p:spPr>
          <a:xfrm>
            <a:off x="588050" y="3789287"/>
            <a:ext cx="9515713" cy="534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159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한결공조 AS 관리 시스템</a:t>
            </a:r>
          </a:p>
        </p:txBody>
      </p:sp>
      <p:sp>
        <p:nvSpPr>
          <p:cNvPr id="6" name="Text 3"/>
          <p:cNvSpPr/>
          <p:nvPr/>
        </p:nvSpPr>
        <p:spPr>
          <a:xfrm>
            <a:off x="4257824" y="6500043"/>
            <a:ext cx="1943004" cy="427673"/>
          </a:xfrm>
          <a:prstGeom prst="rect">
            <a:avLst/>
          </a:prstGeom>
          <a:noFill/>
          <a:ln/>
        </p:spPr>
        <p:txBody>
          <a:bodyPr wrap="square" lIns="98694" tIns="49347" rIns="98694" bIns="49347" rtlCol="0" anchor="ctr"/>
          <a:lstStyle/>
          <a:p>
            <a:pPr algn="ctr"/>
            <a:r>
              <a:rPr lang="en-US" sz="2105" b="1" dirty="0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2026. </a:t>
            </a:r>
            <a:r>
              <a:rPr lang="en-US" sz="2105" b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10. </a:t>
            </a:r>
            <a:r>
              <a:rPr lang="en-US" sz="2105" b="1" dirty="0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15</a:t>
            </a:r>
            <a:endParaRPr lang="en-US" sz="2105" b="1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BD15A8F-C3A0-32EB-088B-CA8105700164}"/>
              </a:ext>
            </a:extLst>
          </p:cNvPr>
          <p:cNvSpPr/>
          <p:nvPr/>
        </p:nvSpPr>
        <p:spPr>
          <a:xfrm>
            <a:off x="483529" y="3795248"/>
            <a:ext cx="9836468" cy="42767"/>
          </a:xfrm>
          <a:prstGeom prst="rect">
            <a:avLst/>
          </a:prstGeom>
          <a:solidFill>
            <a:srgbClr val="002F75"/>
          </a:solidFill>
          <a:ln w="12700">
            <a:solidFill>
              <a:srgbClr val="002F75"/>
            </a:solidFill>
            <a:prstDash val="solid"/>
          </a:ln>
        </p:spPr>
        <p:txBody>
          <a:bodyPr/>
          <a:lstStyle/>
          <a:p>
            <a:endParaRPr lang="ko-KR" altLang="en-US" sz="210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72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0"/>
            <a:ext cx="10080000" cy="72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화면 목록 (1/1)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936000"/>
            <a:ext cx="504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No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936000"/>
            <a:ext cx="10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6000" y="936000"/>
            <a:ext cx="424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화면명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4000" y="936000"/>
            <a:ext cx="1980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메뉴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4000" y="936000"/>
            <a:ext cx="2088000" cy="288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대상 사용자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122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6000" y="122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6000" y="122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장비 검색 목록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4000" y="122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4000" y="122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154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" y="154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6000" y="154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장비 요약 팝업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4000" y="154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4000" y="154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2000" y="187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000" y="187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6000" y="187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장비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4000" y="187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44000" y="187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2000" y="219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000" y="219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16000" y="219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가상 착신 패널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4000" y="219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B. 전화 접수(CTI 시뮬레이터)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44000" y="219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2000" y="252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6000" y="252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16000" y="252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접수 작성 팝업 (1/2, 가상 착신)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4000" y="252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B. 전화 접수(CTI 시뮬레이터)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44000" y="252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2000" y="284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6000" y="284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016000" y="284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접수 작성 팝업 (2/2, 장비에서 접수)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64000" y="284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B. 전화 접수(CTI 시뮬레이터)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44000" y="284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2000" y="316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6000" y="316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16000" y="316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사업장 등록 (1/2)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64000" y="316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C. 고객사 · 사업장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44000" y="316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2000" y="349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6000" y="349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016000" y="349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주소 검색 (2/2, 빠른 작업)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64000" y="349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C. 고객사 · 사업장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44000" y="349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2000" y="381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6000" y="381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SC-06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6000" y="381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고객사 등록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64000" y="381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C. 고객사 · 사업장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244000" y="381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32000" y="414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36000" y="414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016000" y="414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출동 사용 부품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64000" y="414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D. 출동 · 승인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44000" y="414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기사 · 센터장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2000" y="446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11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36000" y="446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1">
                <a:solidFill>
                  <a:srgbClr val="595959"/>
                </a:solidFill>
                <a:latin typeface="맑은 고딕"/>
              </a:rPr>
              <a:t>SC-10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016000" y="446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출동 승인 요청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64000" y="446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D. 출동 · 승인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44000" y="446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262626"/>
                </a:solidFill>
                <a:latin typeface="맑은 고딕"/>
              </a:rPr>
              <a:t>기사 · 관리자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32000" y="478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36000" y="478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016000" y="478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264000" y="478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32000" y="511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36000" y="511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016000" y="511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64000" y="511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244000" y="511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32000" y="5436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36000" y="5436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016000" y="5436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264000" y="5436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244000" y="5436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32000" y="5760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6000" y="5760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016000" y="5760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264000" y="5760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244000" y="5760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32000" y="6084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936000" y="6084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016000" y="6084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264000" y="6084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244000" y="6084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32000" y="6408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6000" y="6408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016000" y="6408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264000" y="6408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244000" y="6408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2000" y="6732000"/>
            <a:ext cx="504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6000" y="6732000"/>
            <a:ext cx="10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016000" y="6732000"/>
            <a:ext cx="424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264000" y="6732000"/>
            <a:ext cx="1980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244000" y="6732000"/>
            <a:ext cx="2088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88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7F7F7F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7F7F7F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7F7F7F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180000" y="7236000"/>
            <a:ext cx="1224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장비 검색 목록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고객사·사업장·시리얼로 장비를 빨리 찾고 반복 고장 장비를 바로 알아봄 (앱 탭 "장비 검색").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장비 검색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Asset, CustomerSite__c,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검색어 2글자 이상 → 고객사·사업장·시리얼 검색(300ms 대기), 20건씩 쪽 이동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기본 정렬 최근 접수일 내림차순(접수 없는 장비는 뒤), 열 머리글로 서버 정렬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반복 고장 장비는 빨간 경고·행 강조, "반복 고장 장비만 보기"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시리얼 클릭 → 장비 요약 팝업(SC-09)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시리얼, 모델(없으면 "모델 미지정"), 고객사, 설치 사업장, 서비스센터, 보증 상태, 최근 접수일, 최근 90일 접수, 반복 고장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assetSearch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AssetSearchController (with sharing, USER_MODE)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HG_AssetSearch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440869"/>
            <a:ext cx="5461000" cy="37923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SC-09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장비 요약 팝업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장비를 열지 않고 보증·반복 고장·최근 접수를 확인하고 바로 접수로 넘어감.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장비 요약 팝업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Asset, 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보증 상태 배지, 모델 없으면 "모델 미지정" 배지, 반복 고장 경고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최근 접수 5건 (assetRecentCases 재사용)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[장비 열기] 장비 상세(SC-04), [이 장비로 접수] 접수 작성 팝업(SC-08, 접수 생성 권한자만), [닫기]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시리얼, 모델, 고객사, 사업장, 설치일, 보증 상태·시작일, 최근 접수일, 최근 90일 접수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assetSummaryModal ⊃ assetSummary ⊃ assetRecentCases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AssetDetailController.getRecentCases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670546"/>
            <a:ext cx="5461000" cy="5333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SC-04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장비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접수 전에 장비의 보증 상태·부품별 만료일·최근 접수 이력을 한 화면에서 확인.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장비 상세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A. 접수 · 장비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Asset, 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기본 정보·보증은 LDS(record-view-form), 레코드 변경 시 자동 갱신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보증 상태 배지(보증 중/부분 보증/보증 만료/미확정) + 기본·압축기·연장 만료일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최근 접수 5건(@wire), 5건 넘으면 [모두 보기] → 표준 관련 목록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시리얼, 모델, 고객사, 사업장, 설치일, 판매 경로, 누적·최근 90일 접수, 반복 고장, 보증 시작일·만료일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assetDetail ⊃ assetRecentCases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AssetDetailController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HG_AssetRecordPage (앱 기본 장비 페이지)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440869"/>
            <a:ext cx="5461000" cy="37923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SC-07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가상 착신 패널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실제 CTI 대신 착신 정보(발신 번호·IVR 증상·시리얼 뒤 4자리)를 넣어 접수 팝업을 띄움 (유틸리티 바).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가상 착신 패널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전화 접수(CTI 시뮬레이터)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CustomerSite__c, Account, Asset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발신 번호(숫자만 비교) + IVR 1단계 증상 + 2단계 시리얼 뒤 4자리 키패드(# = 모름)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[전화 연결] → 발신자 찾기: 사업장 현장 번호 → 보조 연락처 → 고객사 대표 번호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클래스 접근이 없는 사용자(기사)는 안내만 표시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발신 번호(필수), IVR 증상 선택, 시리얼 뒤 4자리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callSimulator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CallIntakeController.matchCaller → CallerMatchService (SOSL IN PHONE FIELDS)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HG_AS_UtilityBar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11" y="1625600"/>
            <a:ext cx="3635577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SC-08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접수 작성 팝업 (1/2, 가상 착신)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착신 판정 결과로 고객사·사업장·장비를 채우고 상담원 확인 후 접수를 저장 (자동 저장 없음).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접수 작성 팝업 (1/2, 가상 착신)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전화 접수(CTI 시뮬레이터)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Case, Asset, Account, CustomerSite__c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1건 → 채움, 여러 건 → 후보, 없음 → 검색. 시리얼 4자리는 찾은 범위 안에서만 확정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오른쪽 카드: 고객사(거래 상태 미수 배지) · 사업장(냉동창고·서버실 "긴급 용도" 배지)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고른 장비에 진행 중 접수가 있으면 경고 + [기존 접수 열기](새 탭), 저장은 막지 않음(BR-11)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제목 기본값 "{증상} · {사업장} · {시리얼}", 직접 고치면 유지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고객사, 사업장, 장비, 증상 유형, 제목, 설명 / 저장 값: 경로 전화·발신 번호(CallerPhone__c)·장비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caseIntakeModal ⊃ intakeContextCards, assetSummary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CallIntakeController (createCase, getContextCards, getOpenCases)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IntakeContextService (USER_MODE)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255876"/>
            <a:ext cx="5461000" cy="41623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SC-08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접수 작성 팝업 (2/2, 장비에서 접수)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장비 검색·장비 요약의 [이 장비로 접수]로 열면 장비만 채워진 같은 팝업 (통화 정보 없음).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접수 작성 팝업 (2/2, 장비에서 접수)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B. 전화 접수(CTI 시뮬레이터)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관리자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Case, Asset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장비 기준으로 고객사·사업장·후보를 채움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[장비 요약 보기] 접기/펴기 (팝업 안 팝업 대신)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[접수 저장] → 새 접수 화면으로 이동, 할당 규칙으로 센터 Queue 소유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고객사·사업장·서비스센터·긴급도는 저장 전 Flow가 장비로 채움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caseIntakeModal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[Flow] Case_BeforeSave_FillFromAsset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[할당 규칙] HG_CaseByServiceCenter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255876"/>
            <a:ext cx="5461000" cy="41623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SC-05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사업장 등록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사업장 "새로 만들기"를 주소 검색이 들어간 등록 화면으로 재정의 (데스크톱).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사업장 등록 (1/2)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CustomerSite__c,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IF-07 도로명주소 검색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관련 목록에서 열면 고객사 자동 입력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주소 필수: 도로명주소 검색 → 상세주소. 서비스센터는 고르지 않고 표시만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저장 시 트리거가 행정구역 코드로 서비스센터 지정, 매핑 없으면 저장 거부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고객사, 사업장명, 용도, 현장 담당자·연락처, 출입 조건, 작업 가능 시간, 계약 SLA, 주소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[Aura] customerSiteNewOverride ⊃ [LWC] customerSiteNew ⊃ addressSearch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AddressSearchController, CustomerSiteTriggerHandler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440869"/>
            <a:ext cx="5461000" cy="37923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SC-05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주소 검색 (2/2, 빠른 작업)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사업장·고객사 레코드의 빠른 작업 "주소 검색"으로 주소를 바꿈.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주소 검색 (2/2, 빠른 작업)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CustomerSite__c,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IF-07 도로명주소 검색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검색어 2글자 이상, Enter = 바로 검색, 10건씩 [더 보기]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선택 → 상세주소 입력 → 저장 (사업장은 센터 자동 재지정)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승인키 만료·서버 오류는 안내 문구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도로명주소, 지번, 우편번호, 상세주소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addressEditAction ⊃ addressSearch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AddressSearchController (Named Credential HG_JusoApi)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CustomerSiteAddressService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9" y="1625600"/>
            <a:ext cx="4642002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SC-06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고객사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고객사 "새로 만들기"를 유형별 등록 화면으로 재정의 (데스크톱).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C. 고객사 · 사업장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상담원 · 센터장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IF-07 도로명주소 검색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표준 레코드 유형 선택 후 진입, 제목에 유형 표시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개인은 사업자번호 숨김, 형식·대리점 규칙은 기존 검증 규칙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청구지 주소: 국가 KR · 시 = 시군구 · 번지 = 도로명주소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고객사명, 사업자번호, 전화, 거래 상태, 고객 등급, 청구 담당자·연락처·이메일, 결제 방식, 청구지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[Aura] accountNewOverride ⊃ [LWC] accountNew ⊃ addressSearch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AccountNewController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440869"/>
            <a:ext cx="5461000" cy="37923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SC-11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출동 사용 부품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기사가 출동 화면에서 자기 차량 재고로 사용 부품을 넣고 유·무상 판정·ERP 전송 상태를 확인.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출동 사용 부품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D. 출동 ·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기사 · 센터장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WorkOrder, ProductConsumed, ProductItem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IF-03 사용 부품 차감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내 차량 재고만 목록, 남은 0은 선택 불가, 남은 수량 초과 거부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저장 시 트리거가 보증 기준으로 유·무상 자동 판정, 합계(유상 부품비·총 청구액)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ERP 전송 상태·남은 수량 표시 (Queueable 전송, 실패 시 매시 재전송)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부품, 사용 수량, 최종 판정, 금액, ERP 전송 상태, ERP 남은 수량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[LWC] workOrderParts ⊃ partAddForm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[Apex] WorkOrderPartsController, VanStockService, WarrantyService, ErpInventoryService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[Flexipage] HG_WorkOrderRecordPage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440869"/>
            <a:ext cx="5461000" cy="37923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44000"/>
            <a:ext cx="10116000" cy="39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5496"/>
                </a:solidFill>
                <a:latin typeface="맑은 고딕"/>
              </a:rPr>
              <a:t>SC-10</a:t>
            </a:r>
            <a:r>
              <a:rPr sz="1800" b="1">
                <a:solidFill>
                  <a:srgbClr val="1F3864"/>
                </a:solidFill>
                <a:latin typeface="맑은 고딕"/>
              </a:rPr>
              <a:t>   출동 승인 요청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576000"/>
            <a:ext cx="10116000" cy="36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1512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720000"/>
            <a:ext cx="860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2000" y="720000"/>
            <a:ext cx="8460000" cy="360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기능 개요  </a:t>
            </a:r>
            <a:r>
              <a:rPr sz="1050" b="0">
                <a:solidFill>
                  <a:srgbClr val="262626"/>
                </a:solidFill>
                <a:latin typeface="맑은 고딕"/>
              </a:rPr>
              <a:t>출동 빠른 작업 [승인 요청]: 필요 이유를 보여 주고 사유·동의·메모를 받아 센터장 승인(AP1)에 제출.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00" y="1224000"/>
            <a:ext cx="561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4356000" cy="324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548000"/>
            <a:ext cx="5616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8000" y="154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화면 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8000" y="1764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화면명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1764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출동 승인 요청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48000" y="2016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2016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D. 출동 ·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8000" y="2268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000" y="2268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기사 · 관리자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48000" y="2520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객체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000" y="2520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WorkOrder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solidFill>
            <a:srgbClr val="ECECEC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8000" y="2772000"/>
            <a:ext cx="100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관련 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6000" y="2772000"/>
            <a:ext cx="3348000" cy="25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8000" y="3168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8000" y="3384000"/>
            <a:ext cx="4356000" cy="9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도착 아님·승인 불필요·이미 승인 대기는 안내만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사유 필수(255자), 청구 합계가 기준 초과면 고객 동의 체크 필수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>
                <a:solidFill>
                  <a:srgbClr val="2E5496"/>
                </a:solidFill>
                <a:latin typeface="맑은 고딕"/>
              </a:rPr>
              <a:t>• 메모는 승인 요청 코멘트로 전달, 제출 실패 시 저장도 되돌림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8000" y="435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주요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solidFill>
            <a:srgbClr val="F2F4F8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48000" y="4572000"/>
            <a:ext cx="4356000" cy="432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맑은 고딕"/>
              </a:rPr>
              <a:t>예외 무상 건수, 청구 합계 / 승인 기준 금액(ServiceSetting ApprovalAmount), 사유, 고객 동의, 메모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000" y="5076000"/>
            <a:ext cx="4356000" cy="180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■ 관련 프로그램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48000" y="5292000"/>
            <a:ext cx="4356000" cy="1836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[Flow] WorkOrder_Screen_RequestApproval → WorkOrder_Sub_SubmitApproval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[Quick Action] WorkOrder.HG_RequestApproval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B7A3D"/>
                </a:solidFill>
                <a:latin typeface="맑은 고딕"/>
              </a:rPr>
              <a:t>[Approval] HG_WorkOrderApproval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7246093"/>
            <a:ext cx="7200000" cy="195814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dirty="0">
                <a:solidFill>
                  <a:srgbClr val="595959"/>
                </a:solidFill>
                <a:latin typeface="맑은 고딕"/>
              </a:rPr>
              <a:t>한결공조 AS 관리 시스템</a:t>
            </a:r>
            <a:r>
              <a:rPr sz="800" b="0" dirty="0" err="1">
                <a:solidFill>
                  <a:srgbClr val="595959"/>
                </a:solidFill>
                <a:latin typeface="맑은 고딕"/>
              </a:rPr>
              <a:t>  |  </a:t>
            </a:r>
            <a:r>
              <a:rPr sz="800" b="0" dirty="0">
                <a:solidFill>
                  <a:srgbClr val="595959"/>
                </a:solidFill>
                <a:latin typeface="맑은 고딕"/>
              </a:rPr>
              <a:t>기능 및 화면 설계서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00" y="7236000"/>
            <a:ext cx="720000" cy="2160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  <p:pic>
        <p:nvPicPr>
          <p:cNvPr id="57" name="Picture 12" descr="s1.jpg">
            <a:extLst>
              <a:ext uri="{FF2B5EF4-FFF2-40B4-BE49-F238E27FC236}">
                <a16:creationId xmlns:a16="http://schemas.microsoft.com/office/drawing/2014/main" id="{AE96927B-0085-F3F4-399F-DB710309F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9" y="1625600"/>
            <a:ext cx="4642002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78044" y="3445363"/>
            <a:ext cx="8640000" cy="595923"/>
          </a:xfrm>
          <a:prstGeom prst="rect">
            <a:avLst/>
          </a:prstGeom>
          <a:noFill/>
        </p:spPr>
        <p:txBody>
          <a:bodyPr wrap="square" lIns="72000" tIns="36000" rIns="72000" bIns="36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latin typeface="맑은 고딕"/>
              </a:rPr>
              <a:t>End of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oren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oren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2e25f1-f1d4-4b57-be84-1f5ad188becc" xsi:nil="true"/>
    <lcf76f155ced4ddcb4097134ff3c332f xmlns="355e9163-e205-4f55-8724-e062aa2d762e">
      <Terms xmlns="http://schemas.microsoft.com/office/infopath/2007/PartnerControls"/>
    </lcf76f155ced4ddcb4097134ff3c332f>
  </documentManagement>
</p:properties>
</file>

<file path=customXml/item2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5F9ABE2E9073F4DBEFD3A0E4E804736" ma:contentTypeVersion="15" ma:contentTypeDescription="새 문서를 만듭니다." ma:contentTypeScope="" ma:versionID="e21f2c0381dcdb676ff4d058d9391828">
  <xsd:schema xmlns:xsd="http://www.w3.org/2001/XMLSchema" xmlns:xs="http://www.w3.org/2001/XMLSchema" xmlns:p="http://schemas.microsoft.com/office/2006/metadata/properties" xmlns:ns2="355e9163-e205-4f55-8724-e062aa2d762e" xmlns:ns3="b82e25f1-f1d4-4b57-be84-1f5ad188becc" targetNamespace="http://schemas.microsoft.com/office/2006/metadata/properties" ma:root="true" ma:fieldsID="74ede542eddc1547cf48ce9271227341" ns2:_="" ns3:_="">
    <xsd:import namespace="355e9163-e205-4f55-8724-e062aa2d762e"/>
    <xsd:import namespace="b82e25f1-f1d4-4b57-be84-1f5ad188be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e9163-e205-4f55-8724-e062aa2d76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3f2f8e18-fefb-41ea-b0db-811a3a7d8f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2e25f1-f1d4-4b57-be84-1f5ad188bec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1401ad1-5c0b-4d77-a325-ccf9a4e0c0df}" ma:internalName="TaxCatchAll" ma:showField="CatchAllData" ma:web="b82e25f1-f1d4-4b57-be84-1f5ad188be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85AC5A-2768-4FFC-8235-F09773763677}">
  <ds:schemaRefs>
    <ds:schemaRef ds:uri="http://schemas.microsoft.com/office/2006/metadata/properties"/>
    <ds:schemaRef ds:uri="http://schemas.microsoft.com/office/infopath/2007/PartnerControls"/>
    <ds:schemaRef ds:uri="b82e25f1-f1d4-4b57-be84-1f5ad188becc"/>
    <ds:schemaRef ds:uri="355e9163-e205-4f55-8724-e062aa2d762e"/>
  </ds:schemaRefs>
</ds:datastoreItem>
</file>

<file path=customXml/itemProps2.xml><?xml version="1.0" encoding="utf-8"?>
<ds:datastoreItem xmlns:ds="http://schemas.openxmlformats.org/officeDocument/2006/customXml" ds:itemID="{0519B32B-4754-4C8D-BDF8-CDB04F339A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D7B24-E0CB-4ED3-893D-A25FF718A3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5e9163-e205-4f55-8724-e062aa2d762e"/>
    <ds:schemaRef ds:uri="b82e25f1-f1d4-4b57-be84-1f5ad188be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2081</Words>
  <Application>Microsoft Office PowerPoint</Application>
  <PresentationFormat>사용자 지정</PresentationFormat>
  <Paragraphs>376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Windmillsoft</Manager>
  <Company>Windmillsoft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Windmillsoft</dc:creator>
  <cp:keywords/>
  <dc:description>generated using python-pptx</dc:description>
  <cp:lastModifiedBy>이학민(Edwin)</cp:lastModifiedBy>
  <cp:revision>2</cp:revision>
  <dcterms:created xsi:type="dcterms:W3CDTF">2013-01-27T09:14:16Z</dcterms:created>
  <dcterms:modified xsi:type="dcterms:W3CDTF">2026-10-15T13:13:26Z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0x01010065F9ABE2E9073F4DBEFD3A0E4E804736</vt:lpwstr>
  </property>
</Properties>
</file>